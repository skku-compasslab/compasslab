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63" r:id="rId3"/>
    <p:sldId id="284" r:id="rId4"/>
    <p:sldId id="283" r:id="rId5"/>
    <p:sldId id="262" r:id="rId6"/>
    <p:sldId id="264" r:id="rId7"/>
    <p:sldId id="285" r:id="rId8"/>
    <p:sldId id="265" r:id="rId9"/>
    <p:sldId id="266" r:id="rId10"/>
    <p:sldId id="267" r:id="rId11"/>
    <p:sldId id="268" r:id="rId12"/>
    <p:sldId id="286" r:id="rId13"/>
    <p:sldId id="269" r:id="rId14"/>
    <p:sldId id="270" r:id="rId15"/>
    <p:sldId id="271" r:id="rId16"/>
    <p:sldId id="272" r:id="rId17"/>
    <p:sldId id="278" r:id="rId18"/>
    <p:sldId id="279" r:id="rId19"/>
    <p:sldId id="280" r:id="rId20"/>
    <p:sldId id="273" r:id="rId21"/>
    <p:sldId id="274" r:id="rId22"/>
    <p:sldId id="287" r:id="rId23"/>
    <p:sldId id="275" r:id="rId24"/>
    <p:sldId id="282" r:id="rId25"/>
    <p:sldId id="277" r:id="rId26"/>
    <p:sldId id="281" r:id="rId27"/>
    <p:sldId id="260" r:id="rId28"/>
    <p:sldId id="27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6678" autoAdjust="0"/>
  </p:normalViewPr>
  <p:slideViewPr>
    <p:cSldViewPr snapToGrid="0">
      <p:cViewPr varScale="1">
        <p:scale>
          <a:sx n="109" d="100"/>
          <a:sy n="109" d="100"/>
        </p:scale>
        <p:origin x="108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C1B74DE-0AC9-4473-863C-CF0FE9FEAE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17462-57D0-49B5-BB4F-9DDE6ED952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CF512-C5FF-4B32-B0B6-91684EBE6B84}" type="datetimeFigureOut">
              <a:rPr lang="ko-KR" altLang="en-US" smtClean="0"/>
              <a:t>2023-06-26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B0FE16-1FD9-48CE-82C3-338D267668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CE728C-C0C5-4672-B9C0-EBC39F0CA1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13BBD-FCA8-495D-9D9A-4C51978019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2338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0CD46-C9B4-4AF7-AA90-86A68BB02A8E}" type="datetimeFigureOut">
              <a:rPr lang="ko-KR" altLang="en-US" smtClean="0"/>
              <a:t>2023-06-26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37B04-72B6-4C37-B74A-47F4C0C37A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6161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688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586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37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779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9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459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328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011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792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492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312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324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791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70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463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579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723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931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760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08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88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4068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37B04-72B6-4C37-B74A-47F4C0C37AB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734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7FF72-2336-44BB-BC3B-83EDB41D2B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99116"/>
            <a:ext cx="9144000" cy="16557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ko-KR" altLang="en-US" dirty="0" err="1"/>
              <a:t>맑은고딕</a:t>
            </a:r>
            <a:r>
              <a:rPr lang="en-US" altLang="ko-KR" dirty="0"/>
              <a:t>/Calibri,</a:t>
            </a:r>
            <a:r>
              <a:rPr lang="ko-KR" altLang="en-US" dirty="0"/>
              <a:t> </a:t>
            </a:r>
            <a:r>
              <a:rPr lang="en-US" altLang="ko-KR" dirty="0"/>
              <a:t>36pt,</a:t>
            </a:r>
            <a:r>
              <a:rPr lang="ko-KR" altLang="en-US" dirty="0"/>
              <a:t> </a:t>
            </a:r>
            <a:r>
              <a:rPr lang="en-US" altLang="ko-KR" dirty="0"/>
              <a:t>Bold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5B4BB5-D93D-4047-B881-07684C42F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3734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err="1"/>
              <a:t>맑은고딕</a:t>
            </a:r>
            <a:r>
              <a:rPr lang="en-US" altLang="ko-KR" dirty="0"/>
              <a:t>/Calibri, 18pt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D371CC-BD41-4D3C-98BE-920173A45B0E}"/>
              </a:ext>
            </a:extLst>
          </p:cNvPr>
          <p:cNvSpPr/>
          <p:nvPr userDrawn="1"/>
        </p:nvSpPr>
        <p:spPr>
          <a:xfrm flipV="1">
            <a:off x="246877" y="6511098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6" descr="영문좌우조합 B">
            <a:extLst>
              <a:ext uri="{FF2B5EF4-FFF2-40B4-BE49-F238E27FC236}">
                <a16:creationId xmlns:a16="http://schemas.microsoft.com/office/drawing/2014/main" id="{5F69A889-DC5C-44A9-9C5F-13E25B3481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0" t="35175" r="9444" b="33117"/>
          <a:stretch/>
        </p:blipFill>
        <p:spPr bwMode="auto">
          <a:xfrm>
            <a:off x="9179626" y="6570867"/>
            <a:ext cx="2765496" cy="26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98489DF-5888-14CE-32DB-C541903F8A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7" y="6556766"/>
            <a:ext cx="1792389" cy="27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1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카테고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7FF72-2336-44BB-BC3B-83EDB41D2B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99116"/>
            <a:ext cx="9144000" cy="165576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ko-KR" altLang="en-US" dirty="0" err="1"/>
              <a:t>맑은고딕</a:t>
            </a:r>
            <a:r>
              <a:rPr lang="en-US" altLang="ko-KR" dirty="0"/>
              <a:t>/Calibri,</a:t>
            </a:r>
            <a:r>
              <a:rPr lang="ko-KR" altLang="en-US" dirty="0"/>
              <a:t> </a:t>
            </a:r>
            <a:r>
              <a:rPr lang="en-US" altLang="ko-KR" dirty="0"/>
              <a:t>36pt,</a:t>
            </a:r>
            <a:r>
              <a:rPr lang="ko-KR" altLang="en-US" dirty="0"/>
              <a:t> </a:t>
            </a:r>
            <a:r>
              <a:rPr lang="en-US" altLang="ko-KR" dirty="0"/>
              <a:t>Bold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5B4BB5-D93D-4047-B881-07684C42FE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3734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err="1"/>
              <a:t>맑은고딕</a:t>
            </a:r>
            <a:r>
              <a:rPr lang="en-US" altLang="ko-KR" dirty="0"/>
              <a:t>/Calibri, 18pt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D371CC-BD41-4D3C-98BE-920173A45B0E}"/>
              </a:ext>
            </a:extLst>
          </p:cNvPr>
          <p:cNvSpPr/>
          <p:nvPr userDrawn="1"/>
        </p:nvSpPr>
        <p:spPr>
          <a:xfrm flipV="1">
            <a:off x="246877" y="6511098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Picture 6" descr="영문좌우조합 B">
            <a:extLst>
              <a:ext uri="{FF2B5EF4-FFF2-40B4-BE49-F238E27FC236}">
                <a16:creationId xmlns:a16="http://schemas.microsoft.com/office/drawing/2014/main" id="{5F69A889-DC5C-44A9-9C5F-13E25B34814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0" t="35175" r="9444" b="33117"/>
          <a:stretch/>
        </p:blipFill>
        <p:spPr bwMode="auto">
          <a:xfrm>
            <a:off x="9179626" y="6570867"/>
            <a:ext cx="2765496" cy="26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776346F-AF26-431A-8046-932B5ABDEA7A}"/>
              </a:ext>
            </a:extLst>
          </p:cNvPr>
          <p:cNvSpPr/>
          <p:nvPr userDrawn="1"/>
        </p:nvSpPr>
        <p:spPr>
          <a:xfrm flipV="1">
            <a:off x="246877" y="558674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1118934-4BA3-47B1-B4AE-0A28B884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7843" y="6559785"/>
            <a:ext cx="416312" cy="260409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fld id="{6B655520-5A33-4230-ABDD-A213BEC2F74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C183E4B-32EC-10FF-CB23-9B196394F5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7" y="6556766"/>
            <a:ext cx="1792389" cy="27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03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E4725-CCED-4BFF-80DF-B7021A37C2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752" y="52764"/>
            <a:ext cx="11686478" cy="46867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 dirty="0"/>
              <a:t>제목</a:t>
            </a:r>
            <a:r>
              <a:rPr lang="en-US" altLang="ko-KR" dirty="0"/>
              <a:t>: </a:t>
            </a:r>
            <a:r>
              <a:rPr lang="ko-KR" altLang="en-US" dirty="0" err="1"/>
              <a:t>맑은고딕</a:t>
            </a:r>
            <a:r>
              <a:rPr lang="en-US" altLang="ko-KR" dirty="0"/>
              <a:t>/Calibri,</a:t>
            </a:r>
            <a:r>
              <a:rPr lang="ko-KR" altLang="en-US" dirty="0"/>
              <a:t> </a:t>
            </a:r>
            <a:r>
              <a:rPr lang="en-US" altLang="ko-KR" dirty="0"/>
              <a:t>24pt,</a:t>
            </a:r>
            <a:r>
              <a:rPr lang="ko-KR" altLang="en-US" dirty="0"/>
              <a:t> </a:t>
            </a:r>
            <a:r>
              <a:rPr lang="en-US" altLang="ko-KR" dirty="0"/>
              <a:t>Bold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BD2574-FCBA-401F-9C7A-84CB472FEA4D}"/>
              </a:ext>
            </a:extLst>
          </p:cNvPr>
          <p:cNvSpPr/>
          <p:nvPr userDrawn="1"/>
        </p:nvSpPr>
        <p:spPr>
          <a:xfrm flipV="1">
            <a:off x="246877" y="6511098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8117A7-7CF1-4B30-9844-0DFD266EA36F}"/>
              </a:ext>
            </a:extLst>
          </p:cNvPr>
          <p:cNvSpPr/>
          <p:nvPr userDrawn="1"/>
        </p:nvSpPr>
        <p:spPr>
          <a:xfrm flipV="1">
            <a:off x="246877" y="558674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Picture 6" descr="영문좌우조합 B">
            <a:extLst>
              <a:ext uri="{FF2B5EF4-FFF2-40B4-BE49-F238E27FC236}">
                <a16:creationId xmlns:a16="http://schemas.microsoft.com/office/drawing/2014/main" id="{48BA5FD9-4A18-4038-85D0-529B21D009D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0" t="35175" r="9444" b="33117"/>
          <a:stretch/>
        </p:blipFill>
        <p:spPr bwMode="auto">
          <a:xfrm>
            <a:off x="9179626" y="6570867"/>
            <a:ext cx="2765496" cy="26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텍스트 개체 틀 14">
            <a:extLst>
              <a:ext uri="{FF2B5EF4-FFF2-40B4-BE49-F238E27FC236}">
                <a16:creationId xmlns:a16="http://schemas.microsoft.com/office/drawing/2014/main" id="{51A1CE7C-38C9-41D3-8C48-0918513B33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327" y="702839"/>
            <a:ext cx="11686477" cy="5734797"/>
          </a:xfrm>
          <a:prstGeom prst="rect">
            <a:avLst/>
          </a:prstGeom>
        </p:spPr>
        <p:txBody>
          <a:bodyPr lIns="72000" tIns="72000" rIns="36000" bIns="0">
            <a:normAutofit/>
          </a:bodyPr>
          <a:lstStyle>
            <a:lvl1pPr marL="144000" indent="-180000">
              <a:spcBef>
                <a:spcPts val="1200"/>
              </a:spcBef>
              <a:buFont typeface="Wingdings" panose="05000000000000000000" pitchFamily="2" charset="2"/>
              <a:buChar char="§"/>
              <a:defRPr lang="ko-KR" altLang="en-US" sz="2000" b="1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  <a:lvl2pPr marL="432000" indent="-180000">
              <a:spcBef>
                <a:spcPts val="800"/>
              </a:spcBef>
              <a:buFont typeface="Arial" panose="020B0604020202020204" pitchFamily="34" charset="0"/>
              <a:buChar char="•"/>
              <a:defRPr lang="ko-KR" altLang="en-US" sz="18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2pPr>
            <a:lvl3pPr marL="720000" indent="-180000">
              <a:spcBef>
                <a:spcPts val="500"/>
              </a:spcBef>
              <a:buFont typeface="Calibri" panose="020F0502020204030204" pitchFamily="34" charset="0"/>
              <a:buChar char="–"/>
              <a:defRPr lang="ko-KR" altLang="en-US" sz="16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3pPr>
            <a:lvl4pPr marL="1008000" indent="-180975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lang="ko-KR" altLang="en-US" sz="14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4pPr>
            <a:lvl5pPr marL="449263" indent="-85725">
              <a:spcBef>
                <a:spcPts val="300"/>
              </a:spcBef>
              <a:buFont typeface="Calibri" panose="020F0502020204030204" pitchFamily="34" charset="0"/>
              <a:buChar char="◦"/>
              <a:defRPr lang="ko-KR" altLang="en-US" sz="10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9pPr marL="3657226" indent="0">
              <a:buNone/>
              <a:defRPr/>
            </a:lvl9pPr>
          </a:lstStyle>
          <a:p>
            <a:pPr lvl="0"/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 </a:t>
            </a:r>
          </a:p>
          <a:p>
            <a:pPr lvl="3"/>
            <a:r>
              <a:rPr lang="en-US" altLang="ko-KR" dirty="0"/>
              <a:t> </a:t>
            </a:r>
          </a:p>
          <a:p>
            <a:pPr lvl="4"/>
            <a:endParaRPr lang="en-US" altLang="ko-KR" dirty="0"/>
          </a:p>
          <a:p>
            <a:pPr lvl="5"/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58693773-0FDC-444B-8A6A-00B38114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7843" y="6559785"/>
            <a:ext cx="416312" cy="260409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fld id="{6B655520-5A33-4230-ABDD-A213BEC2F74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B89F6480-8FE1-8FCB-5175-4A1394944A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7" y="6556766"/>
            <a:ext cx="1792389" cy="27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421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두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E4725-CCED-4BFF-80DF-B7021A37C20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9752" y="52764"/>
            <a:ext cx="11686478" cy="46867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 dirty="0"/>
              <a:t>제목</a:t>
            </a:r>
            <a:r>
              <a:rPr lang="en-US" altLang="ko-KR" dirty="0"/>
              <a:t>: </a:t>
            </a:r>
            <a:r>
              <a:rPr lang="ko-KR" altLang="en-US" dirty="0" err="1"/>
              <a:t>맑은고딕</a:t>
            </a:r>
            <a:r>
              <a:rPr lang="en-US" altLang="ko-KR" dirty="0"/>
              <a:t>/Calibri,</a:t>
            </a:r>
            <a:r>
              <a:rPr lang="ko-KR" altLang="en-US" dirty="0"/>
              <a:t> </a:t>
            </a:r>
            <a:r>
              <a:rPr lang="en-US" altLang="ko-KR" dirty="0"/>
              <a:t>24pt,</a:t>
            </a:r>
            <a:r>
              <a:rPr lang="ko-KR" altLang="en-US" dirty="0"/>
              <a:t> </a:t>
            </a:r>
            <a:r>
              <a:rPr lang="en-US" altLang="ko-KR" dirty="0"/>
              <a:t>Bold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6B4CC-5864-47B3-8C15-A1A51FEC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7843" y="6559785"/>
            <a:ext cx="416312" cy="260409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fld id="{6B655520-5A33-4230-ABDD-A213BEC2F74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BD2574-FCBA-401F-9C7A-84CB472FEA4D}"/>
              </a:ext>
            </a:extLst>
          </p:cNvPr>
          <p:cNvSpPr/>
          <p:nvPr userDrawn="1"/>
        </p:nvSpPr>
        <p:spPr>
          <a:xfrm flipV="1">
            <a:off x="246877" y="6511098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88117A7-7CF1-4B30-9844-0DFD266EA36F}"/>
              </a:ext>
            </a:extLst>
          </p:cNvPr>
          <p:cNvSpPr/>
          <p:nvPr userDrawn="1"/>
        </p:nvSpPr>
        <p:spPr>
          <a:xfrm flipV="1">
            <a:off x="246877" y="558674"/>
            <a:ext cx="11698245" cy="1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Picture 6" descr="영문좌우조합 B">
            <a:extLst>
              <a:ext uri="{FF2B5EF4-FFF2-40B4-BE49-F238E27FC236}">
                <a16:creationId xmlns:a16="http://schemas.microsoft.com/office/drawing/2014/main" id="{48BA5FD9-4A18-4038-85D0-529B21D009D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0" t="35175" r="9444" b="33117"/>
          <a:stretch/>
        </p:blipFill>
        <p:spPr bwMode="auto">
          <a:xfrm>
            <a:off x="9179626" y="6570867"/>
            <a:ext cx="2765496" cy="260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텍스트 개체 틀 14">
            <a:extLst>
              <a:ext uri="{FF2B5EF4-FFF2-40B4-BE49-F238E27FC236}">
                <a16:creationId xmlns:a16="http://schemas.microsoft.com/office/drawing/2014/main" id="{51A1CE7C-38C9-41D3-8C48-0918513B33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328" y="702839"/>
            <a:ext cx="5612780" cy="5734797"/>
          </a:xfrm>
          <a:prstGeom prst="rect">
            <a:avLst/>
          </a:prstGeom>
        </p:spPr>
        <p:txBody>
          <a:bodyPr lIns="72000" tIns="72000" rIns="36000" bIns="0">
            <a:normAutofit/>
          </a:bodyPr>
          <a:lstStyle>
            <a:lvl1pPr marL="144000" indent="-180000">
              <a:spcBef>
                <a:spcPts val="1200"/>
              </a:spcBef>
              <a:buFont typeface="Wingdings" panose="05000000000000000000" pitchFamily="2" charset="2"/>
              <a:buChar char="§"/>
              <a:defRPr lang="ko-KR" altLang="en-US" sz="2000" b="1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  <a:lvl2pPr marL="432000" indent="-180000">
              <a:spcBef>
                <a:spcPts val="800"/>
              </a:spcBef>
              <a:buFont typeface="Arial" panose="020B0604020202020204" pitchFamily="34" charset="0"/>
              <a:buChar char="•"/>
              <a:defRPr lang="ko-KR" altLang="en-US" sz="18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2pPr>
            <a:lvl3pPr marL="720000" indent="-180000">
              <a:spcBef>
                <a:spcPts val="500"/>
              </a:spcBef>
              <a:buFont typeface="Calibri" panose="020F0502020204030204" pitchFamily="34" charset="0"/>
              <a:buChar char="–"/>
              <a:defRPr lang="ko-KR" altLang="en-US" sz="16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3pPr>
            <a:lvl4pPr marL="1008000" indent="-180975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lang="ko-KR" altLang="en-US" sz="14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4pPr>
            <a:lvl5pPr marL="449263" indent="-85725">
              <a:spcBef>
                <a:spcPts val="300"/>
              </a:spcBef>
              <a:buFont typeface="Calibri" panose="020F0502020204030204" pitchFamily="34" charset="0"/>
              <a:buChar char="◦"/>
              <a:defRPr lang="ko-KR" altLang="en-US" sz="10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9pPr marL="3657226" indent="0">
              <a:buNone/>
              <a:defRPr/>
            </a:lvl9pPr>
          </a:lstStyle>
          <a:p>
            <a:pPr lvl="0"/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 </a:t>
            </a:r>
          </a:p>
          <a:p>
            <a:pPr lvl="3"/>
            <a:r>
              <a:rPr lang="en-US" altLang="ko-KR" dirty="0"/>
              <a:t> </a:t>
            </a:r>
          </a:p>
          <a:p>
            <a:pPr lvl="4"/>
            <a:endParaRPr lang="en-US" altLang="ko-KR" dirty="0"/>
          </a:p>
          <a:p>
            <a:pPr lvl="5"/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9" name="텍스트 개체 틀 14">
            <a:extLst>
              <a:ext uri="{FF2B5EF4-FFF2-40B4-BE49-F238E27FC236}">
                <a16:creationId xmlns:a16="http://schemas.microsoft.com/office/drawing/2014/main" id="{FDBA1F7B-C599-43D0-BBB3-1B97D18AE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3894" y="702839"/>
            <a:ext cx="5612780" cy="5734797"/>
          </a:xfrm>
          <a:prstGeom prst="rect">
            <a:avLst/>
          </a:prstGeom>
        </p:spPr>
        <p:txBody>
          <a:bodyPr lIns="72000" tIns="72000" rIns="36000" bIns="0">
            <a:normAutofit/>
          </a:bodyPr>
          <a:lstStyle>
            <a:lvl1pPr marL="144000" indent="-180000">
              <a:spcBef>
                <a:spcPts val="1200"/>
              </a:spcBef>
              <a:buFont typeface="Wingdings" panose="05000000000000000000" pitchFamily="2" charset="2"/>
              <a:buChar char="§"/>
              <a:defRPr lang="ko-KR" altLang="en-US" sz="2000" b="1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  <a:lvl2pPr marL="432000" indent="-180000">
              <a:spcBef>
                <a:spcPts val="800"/>
              </a:spcBef>
              <a:buFont typeface="Arial" panose="020B0604020202020204" pitchFamily="34" charset="0"/>
              <a:buChar char="•"/>
              <a:defRPr lang="ko-KR" altLang="en-US" sz="18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2pPr>
            <a:lvl3pPr marL="720000" indent="-180000">
              <a:spcBef>
                <a:spcPts val="500"/>
              </a:spcBef>
              <a:buFont typeface="Calibri" panose="020F0502020204030204" pitchFamily="34" charset="0"/>
              <a:buChar char="–"/>
              <a:defRPr lang="ko-KR" altLang="en-US" sz="16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3pPr>
            <a:lvl4pPr marL="1008000" indent="-180975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lang="ko-KR" altLang="en-US" sz="14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4pPr>
            <a:lvl5pPr marL="449263" indent="-85725">
              <a:spcBef>
                <a:spcPts val="300"/>
              </a:spcBef>
              <a:buFont typeface="Calibri" panose="020F0502020204030204" pitchFamily="34" charset="0"/>
              <a:buChar char="◦"/>
              <a:defRPr lang="ko-KR" altLang="en-US" sz="1000" b="0" kern="1200" spc="-30" baseline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5pPr>
            <a:lvl6pPr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9pPr marL="3657226" indent="0">
              <a:buNone/>
              <a:defRPr/>
            </a:lvl9pPr>
          </a:lstStyle>
          <a:p>
            <a:pPr lvl="0"/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 </a:t>
            </a:r>
          </a:p>
          <a:p>
            <a:pPr lvl="3"/>
            <a:r>
              <a:rPr lang="en-US" altLang="ko-KR" dirty="0"/>
              <a:t> </a:t>
            </a:r>
          </a:p>
          <a:p>
            <a:pPr lvl="4"/>
            <a:endParaRPr lang="en-US" altLang="ko-KR" dirty="0"/>
          </a:p>
          <a:p>
            <a:pPr lvl="5"/>
            <a:endParaRPr lang="en-US" altLang="ko-KR" dirty="0"/>
          </a:p>
          <a:p>
            <a:pPr lvl="3"/>
            <a:endParaRPr lang="ko-KR" altLang="en-US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FB7B3A8-D97A-FBD8-F26B-86534FF4C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77" y="6556766"/>
            <a:ext cx="1792389" cy="27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73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2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49" r:id="rId3"/>
    <p:sldLayoutId id="2147483676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0" Type="http://schemas.openxmlformats.org/officeDocument/2006/relationships/image" Target="../media/image34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8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9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Relationship Id="rId1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8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41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Relationship Id="rId1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CBAED-0D17-4DB0-BD5F-21DE68A16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CAESAR: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CNN</a:t>
            </a:r>
            <a:r>
              <a:rPr lang="ko-KR" altLang="en-US" dirty="0"/>
              <a:t> </a:t>
            </a:r>
            <a:r>
              <a:rPr lang="en-US" altLang="ko-KR" dirty="0"/>
              <a:t>Accelerator Exploiting Sparsity and Redundancy Pattern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7157B7-2729-4A4B-A819-E3369F23A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2710"/>
            <a:ext cx="9144000" cy="676490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Presenter: </a:t>
            </a:r>
            <a:r>
              <a:rPr lang="en-US" altLang="ko-KR" sz="2400" b="1" dirty="0" err="1"/>
              <a:t>Seongwook</a:t>
            </a:r>
            <a:r>
              <a:rPr lang="en-US" altLang="ko-KR" sz="2400" b="1" dirty="0"/>
              <a:t> Kim</a:t>
            </a:r>
            <a:endParaRPr lang="ko-KR" altLang="en-US" sz="2400" b="1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7356ED19-1A55-4592-BB3F-7AB233739AEB}"/>
              </a:ext>
            </a:extLst>
          </p:cNvPr>
          <p:cNvSpPr txBox="1">
            <a:spLocks/>
          </p:cNvSpPr>
          <p:nvPr/>
        </p:nvSpPr>
        <p:spPr>
          <a:xfrm>
            <a:off x="1524000" y="3355559"/>
            <a:ext cx="9144000" cy="6764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b="1" dirty="0" err="1"/>
              <a:t>Seongwook</a:t>
            </a:r>
            <a:r>
              <a:rPr lang="en-US" altLang="ko-KR" sz="2000" b="1" dirty="0"/>
              <a:t> Kim, </a:t>
            </a:r>
            <a:r>
              <a:rPr lang="en-US" altLang="ko-KR" sz="2000" b="1" dirty="0" err="1"/>
              <a:t>Yongjun</a:t>
            </a:r>
            <a:r>
              <a:rPr lang="en-US" altLang="ko-KR" sz="2000" b="1" dirty="0"/>
              <a:t> Kim, </a:t>
            </a:r>
            <a:r>
              <a:rPr lang="en-US" altLang="ko-KR" sz="2000" b="1" dirty="0" err="1"/>
              <a:t>Gwangeun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Byeon</a:t>
            </a:r>
            <a:r>
              <a:rPr lang="en-US" altLang="ko-KR" sz="2000" b="1" dirty="0"/>
              <a:t>, Prof. </a:t>
            </a:r>
            <a:r>
              <a:rPr lang="en-US" altLang="ko-KR" sz="2000" b="1" dirty="0" err="1"/>
              <a:t>Seokin</a:t>
            </a:r>
            <a:r>
              <a:rPr lang="en-US" altLang="ko-KR" sz="2000" b="1" dirty="0"/>
              <a:t> Hong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461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AC5694-509C-4980-A969-FDE7FEC529C9}"/>
              </a:ext>
            </a:extLst>
          </p:cNvPr>
          <p:cNvSpPr txBox="1"/>
          <p:nvPr/>
        </p:nvSpPr>
        <p:spPr>
          <a:xfrm>
            <a:off x="239752" y="618067"/>
            <a:ext cx="4679743" cy="5711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Background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Model Optimization</a:t>
            </a:r>
            <a:endParaRPr lang="en-US" altLang="ko-KR" sz="20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Convolution Redundancy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Convolution Lowering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/>
              <a:t>Convolution Redundancy Pattern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/>
              <a:t>CAESAR Workflow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Weight Ordering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Calculating Distance Parameter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Generating Mapping Table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Computation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/>
              <a:t>CAESAR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/>
              <a:t>Evaluation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b="1" dirty="0"/>
              <a:t>Conclusion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54834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CBAED-0D17-4DB0-BD5F-21DE68A16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9"/>
            <a:ext cx="9144000" cy="165576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Background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6502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Model Optimization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27870EF-6C47-4E0E-804F-03543D2A0AC4}"/>
              </a:ext>
            </a:extLst>
          </p:cNvPr>
          <p:cNvGrpSpPr/>
          <p:nvPr/>
        </p:nvGrpSpPr>
        <p:grpSpPr>
          <a:xfrm>
            <a:off x="3490249" y="943861"/>
            <a:ext cx="4959745" cy="1943430"/>
            <a:chOff x="651732" y="930860"/>
            <a:chExt cx="4959745" cy="1943430"/>
          </a:xfrm>
        </p:grpSpPr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3C9A2476-BEFD-44CF-8CF0-8A5CE83A56BA}"/>
                </a:ext>
              </a:extLst>
            </p:cNvPr>
            <p:cNvCxnSpPr>
              <a:cxnSpLocks/>
              <a:stCxn id="11" idx="1"/>
              <a:endCxn id="33" idx="1"/>
            </p:cNvCxnSpPr>
            <p:nvPr/>
          </p:nvCxnSpPr>
          <p:spPr>
            <a:xfrm>
              <a:off x="929825" y="1449280"/>
              <a:ext cx="471193" cy="903982"/>
            </a:xfrm>
            <a:prstGeom prst="line">
              <a:avLst/>
            </a:prstGeom>
            <a:ln w="25400" cap="rnd">
              <a:solidFill>
                <a:schemeClr val="bg2">
                  <a:lumMod val="50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8F17D183-B6BB-4A4F-BA6B-BC88D5176B13}"/>
                </a:ext>
              </a:extLst>
            </p:cNvPr>
            <p:cNvCxnSpPr>
              <a:cxnSpLocks/>
              <a:stCxn id="11" idx="3"/>
              <a:endCxn id="33" idx="3"/>
            </p:cNvCxnSpPr>
            <p:nvPr/>
          </p:nvCxnSpPr>
          <p:spPr>
            <a:xfrm flipH="1">
              <a:off x="4955138" y="1449280"/>
              <a:ext cx="471193" cy="903982"/>
            </a:xfrm>
            <a:prstGeom prst="line">
              <a:avLst/>
            </a:prstGeom>
            <a:ln w="25400" cap="rnd">
              <a:solidFill>
                <a:schemeClr val="bg2">
                  <a:lumMod val="50000"/>
                </a:schemeClr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F75595E-FFF0-4671-9189-3CA169F35E3B}"/>
                </a:ext>
              </a:extLst>
            </p:cNvPr>
            <p:cNvSpPr/>
            <p:nvPr/>
          </p:nvSpPr>
          <p:spPr>
            <a:xfrm>
              <a:off x="929825" y="1305280"/>
              <a:ext cx="4496506" cy="2880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024A496F-140D-45E3-ABD2-EBA85FE20911}"/>
                </a:ext>
              </a:extLst>
            </p:cNvPr>
            <p:cNvCxnSpPr>
              <a:cxnSpLocks/>
              <a:stCxn id="11" idx="1"/>
              <a:endCxn id="11" idx="3"/>
            </p:cNvCxnSpPr>
            <p:nvPr/>
          </p:nvCxnSpPr>
          <p:spPr>
            <a:xfrm>
              <a:off x="929825" y="1449280"/>
              <a:ext cx="4496506" cy="0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609B58E-F93D-407F-9244-16149C62EF99}"/>
                    </a:ext>
                  </a:extLst>
                </p:cNvPr>
                <p:cNvSpPr txBox="1"/>
                <p:nvPr/>
              </p:nvSpPr>
              <p:spPr>
                <a:xfrm>
                  <a:off x="651732" y="930860"/>
                  <a:ext cx="59952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609B58E-F93D-407F-9244-16149C62E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732" y="930860"/>
                  <a:ext cx="599523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061" b="-1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3D0D4AF-E595-4F88-91E6-F20DAA3DF5AE}"/>
                    </a:ext>
                  </a:extLst>
                </p:cNvPr>
                <p:cNvSpPr txBox="1"/>
                <p:nvPr/>
              </p:nvSpPr>
              <p:spPr>
                <a:xfrm>
                  <a:off x="5241184" y="930860"/>
                  <a:ext cx="37029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3D0D4AF-E595-4F88-91E6-F20DAA3DF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184" y="930860"/>
                  <a:ext cx="37029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918" r="-6557" b="-1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08A0F4C-F46B-449C-A186-53BA25B902EF}"/>
                </a:ext>
              </a:extLst>
            </p:cNvPr>
            <p:cNvCxnSpPr>
              <a:cxnSpLocks/>
              <a:stCxn id="11" idx="0"/>
              <a:endCxn id="11" idx="2"/>
            </p:cNvCxnSpPr>
            <p:nvPr/>
          </p:nvCxnSpPr>
          <p:spPr>
            <a:xfrm>
              <a:off x="3178078" y="1305280"/>
              <a:ext cx="0" cy="28800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6569A4-EF4B-4781-B0A8-B5E01E6BE547}"/>
                    </a:ext>
                  </a:extLst>
                </p:cNvPr>
                <p:cNvSpPr txBox="1"/>
                <p:nvPr/>
              </p:nvSpPr>
              <p:spPr>
                <a:xfrm>
                  <a:off x="3042012" y="933404"/>
                  <a:ext cx="27892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6569A4-EF4B-4781-B0A8-B5E01E6BE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012" y="933404"/>
                  <a:ext cx="27892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0000" r="-20000" b="-98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곱하기 기호 16">
              <a:extLst>
                <a:ext uri="{FF2B5EF4-FFF2-40B4-BE49-F238E27FC236}">
                  <a16:creationId xmlns:a16="http://schemas.microsoft.com/office/drawing/2014/main" id="{D7BE4872-C6DF-42DD-BC10-213C9A196DC3}"/>
                </a:ext>
              </a:extLst>
            </p:cNvPr>
            <p:cNvSpPr/>
            <p:nvPr/>
          </p:nvSpPr>
          <p:spPr>
            <a:xfrm>
              <a:off x="1392815" y="131354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곱하기 기호 17">
              <a:extLst>
                <a:ext uri="{FF2B5EF4-FFF2-40B4-BE49-F238E27FC236}">
                  <a16:creationId xmlns:a16="http://schemas.microsoft.com/office/drawing/2014/main" id="{3A80E2E0-EA89-47E2-A840-C44EF4B5F6E8}"/>
                </a:ext>
              </a:extLst>
            </p:cNvPr>
            <p:cNvSpPr/>
            <p:nvPr/>
          </p:nvSpPr>
          <p:spPr>
            <a:xfrm>
              <a:off x="1923115" y="1332704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EA4C0712-81A8-435E-BD6A-705A9C4A93B0}"/>
                </a:ext>
              </a:extLst>
            </p:cNvPr>
            <p:cNvSpPr/>
            <p:nvPr/>
          </p:nvSpPr>
          <p:spPr>
            <a:xfrm>
              <a:off x="1022631" y="1316503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곱하기 기호 21">
              <a:extLst>
                <a:ext uri="{FF2B5EF4-FFF2-40B4-BE49-F238E27FC236}">
                  <a16:creationId xmlns:a16="http://schemas.microsoft.com/office/drawing/2014/main" id="{07E77A0A-754E-45BC-B197-9A5BF0D48BFF}"/>
                </a:ext>
              </a:extLst>
            </p:cNvPr>
            <p:cNvSpPr/>
            <p:nvPr/>
          </p:nvSpPr>
          <p:spPr>
            <a:xfrm>
              <a:off x="2367891" y="1327505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곱하기 기호 22">
              <a:extLst>
                <a:ext uri="{FF2B5EF4-FFF2-40B4-BE49-F238E27FC236}">
                  <a16:creationId xmlns:a16="http://schemas.microsoft.com/office/drawing/2014/main" id="{A8ABEF35-32C7-4806-847F-053ADB0BEEDD}"/>
                </a:ext>
              </a:extLst>
            </p:cNvPr>
            <p:cNvSpPr/>
            <p:nvPr/>
          </p:nvSpPr>
          <p:spPr>
            <a:xfrm>
              <a:off x="2599735" y="1320373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곱하기 기호 24">
              <a:extLst>
                <a:ext uri="{FF2B5EF4-FFF2-40B4-BE49-F238E27FC236}">
                  <a16:creationId xmlns:a16="http://schemas.microsoft.com/office/drawing/2014/main" id="{3D378EFE-85F1-4EE4-960C-7C5F683054E3}"/>
                </a:ext>
              </a:extLst>
            </p:cNvPr>
            <p:cNvSpPr/>
            <p:nvPr/>
          </p:nvSpPr>
          <p:spPr>
            <a:xfrm>
              <a:off x="3617624" y="1322043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곱하기 기호 27">
              <a:extLst>
                <a:ext uri="{FF2B5EF4-FFF2-40B4-BE49-F238E27FC236}">
                  <a16:creationId xmlns:a16="http://schemas.microsoft.com/office/drawing/2014/main" id="{2B5F8F63-C06B-4985-9D54-371E95B06D53}"/>
                </a:ext>
              </a:extLst>
            </p:cNvPr>
            <p:cNvSpPr/>
            <p:nvPr/>
          </p:nvSpPr>
          <p:spPr>
            <a:xfrm>
              <a:off x="3054053" y="1326381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곱하기 기호 28">
              <a:extLst>
                <a:ext uri="{FF2B5EF4-FFF2-40B4-BE49-F238E27FC236}">
                  <a16:creationId xmlns:a16="http://schemas.microsoft.com/office/drawing/2014/main" id="{D0BCFF11-201D-4286-9DFA-01FD7943A812}"/>
                </a:ext>
              </a:extLst>
            </p:cNvPr>
            <p:cNvSpPr/>
            <p:nvPr/>
          </p:nvSpPr>
          <p:spPr>
            <a:xfrm>
              <a:off x="4133000" y="1326381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397ADA42-5A4C-4D01-8F21-0DD2CFC0765B}"/>
                </a:ext>
              </a:extLst>
            </p:cNvPr>
            <p:cNvSpPr/>
            <p:nvPr/>
          </p:nvSpPr>
          <p:spPr>
            <a:xfrm>
              <a:off x="5060207" y="1339423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곱하기 기호 31">
              <a:extLst>
                <a:ext uri="{FF2B5EF4-FFF2-40B4-BE49-F238E27FC236}">
                  <a16:creationId xmlns:a16="http://schemas.microsoft.com/office/drawing/2014/main" id="{B0182D59-2470-4A8D-A711-E256A0FCAE6F}"/>
                </a:ext>
              </a:extLst>
            </p:cNvPr>
            <p:cNvSpPr/>
            <p:nvPr/>
          </p:nvSpPr>
          <p:spPr>
            <a:xfrm>
              <a:off x="4516937" y="1320373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59CA60F-F888-4904-A2E2-5A22E12FD715}"/>
                </a:ext>
              </a:extLst>
            </p:cNvPr>
            <p:cNvSpPr/>
            <p:nvPr/>
          </p:nvSpPr>
          <p:spPr>
            <a:xfrm>
              <a:off x="1401018" y="2209262"/>
              <a:ext cx="3554120" cy="288000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DF0EAD5-725A-483C-BC58-0C7B35EEA007}"/>
                </a:ext>
              </a:extLst>
            </p:cNvPr>
            <p:cNvCxnSpPr>
              <a:cxnSpLocks/>
              <a:stCxn id="33" idx="1"/>
              <a:endCxn id="33" idx="3"/>
            </p:cNvCxnSpPr>
            <p:nvPr/>
          </p:nvCxnSpPr>
          <p:spPr>
            <a:xfrm>
              <a:off x="1401018" y="2353262"/>
              <a:ext cx="3554120" cy="0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F32D9C8-DF32-4BDD-87D1-90AB0723C3AF}"/>
                    </a:ext>
                  </a:extLst>
                </p:cNvPr>
                <p:cNvSpPr txBox="1"/>
                <p:nvPr/>
              </p:nvSpPr>
              <p:spPr>
                <a:xfrm>
                  <a:off x="994654" y="2503783"/>
                  <a:ext cx="84798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−128</m:t>
                        </m:r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F32D9C8-DF32-4BDD-87D1-90AB0723C3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54" y="2503783"/>
                  <a:ext cx="84798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475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99A75F-1E48-48D5-979E-F38F30E5CD08}"/>
                    </a:ext>
                  </a:extLst>
                </p:cNvPr>
                <p:cNvSpPr txBox="1"/>
                <p:nvPr/>
              </p:nvSpPr>
              <p:spPr>
                <a:xfrm>
                  <a:off x="4636490" y="2503783"/>
                  <a:ext cx="61875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127</m:t>
                        </m:r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699A75F-1E48-48D5-979E-F38F30E5CD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6490" y="2503783"/>
                  <a:ext cx="618759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7843" r="-8824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4F17697A-922E-4F8E-9F7C-CA409B873C05}"/>
                </a:ext>
              </a:extLst>
            </p:cNvPr>
            <p:cNvCxnSpPr>
              <a:cxnSpLocks/>
              <a:stCxn id="33" idx="0"/>
              <a:endCxn id="33" idx="2"/>
            </p:cNvCxnSpPr>
            <p:nvPr/>
          </p:nvCxnSpPr>
          <p:spPr>
            <a:xfrm>
              <a:off x="3178078" y="2209262"/>
              <a:ext cx="0" cy="28800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C05592F-DAED-49BF-9DED-1EA4CA56F41B}"/>
                    </a:ext>
                  </a:extLst>
                </p:cNvPr>
                <p:cNvSpPr txBox="1"/>
                <p:nvPr/>
              </p:nvSpPr>
              <p:spPr>
                <a:xfrm>
                  <a:off x="3042012" y="2504958"/>
                  <a:ext cx="27892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C05592F-DAED-49BF-9DED-1EA4CA56F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012" y="2504958"/>
                  <a:ext cx="278923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0000" r="-20000" b="-98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곱하기 기호 40">
              <a:extLst>
                <a:ext uri="{FF2B5EF4-FFF2-40B4-BE49-F238E27FC236}">
                  <a16:creationId xmlns:a16="http://schemas.microsoft.com/office/drawing/2014/main" id="{7EAD4199-83B8-48E1-94ED-853FCC7ACE7C}"/>
                </a:ext>
              </a:extLst>
            </p:cNvPr>
            <p:cNvSpPr/>
            <p:nvPr/>
          </p:nvSpPr>
          <p:spPr>
            <a:xfrm>
              <a:off x="885586" y="2232839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곱하기 기호 46">
              <a:extLst>
                <a:ext uri="{FF2B5EF4-FFF2-40B4-BE49-F238E27FC236}">
                  <a16:creationId xmlns:a16="http://schemas.microsoft.com/office/drawing/2014/main" id="{34AE8439-0970-4AA5-B996-2985B2A4BC57}"/>
                </a:ext>
              </a:extLst>
            </p:cNvPr>
            <p:cNvSpPr/>
            <p:nvPr/>
          </p:nvSpPr>
          <p:spPr>
            <a:xfrm>
              <a:off x="5200183" y="22316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6E03D6B5-0B00-41E1-95A2-69261EADB74E}"/>
                </a:ext>
              </a:extLst>
            </p:cNvPr>
            <p:cNvCxnSpPr>
              <a:cxnSpLocks/>
            </p:cNvCxnSpPr>
            <p:nvPr/>
          </p:nvCxnSpPr>
          <p:spPr>
            <a:xfrm>
              <a:off x="1422655" y="2209262"/>
              <a:ext cx="0" cy="28800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A6139F27-4F66-4B60-A101-E4C9AE5C9A12}"/>
                </a:ext>
              </a:extLst>
            </p:cNvPr>
            <p:cNvCxnSpPr>
              <a:cxnSpLocks/>
            </p:cNvCxnSpPr>
            <p:nvPr/>
          </p:nvCxnSpPr>
          <p:spPr>
            <a:xfrm>
              <a:off x="4955138" y="2209262"/>
              <a:ext cx="0" cy="28800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곱하기 기호 48">
              <a:extLst>
                <a:ext uri="{FF2B5EF4-FFF2-40B4-BE49-F238E27FC236}">
                  <a16:creationId xmlns:a16="http://schemas.microsoft.com/office/drawing/2014/main" id="{B7A5B4AF-F3DB-4B18-9B4F-FEC9675B531E}"/>
                </a:ext>
              </a:extLst>
            </p:cNvPr>
            <p:cNvSpPr/>
            <p:nvPr/>
          </p:nvSpPr>
          <p:spPr>
            <a:xfrm>
              <a:off x="4693870" y="22251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곱하기 기호 38">
              <a:extLst>
                <a:ext uri="{FF2B5EF4-FFF2-40B4-BE49-F238E27FC236}">
                  <a16:creationId xmlns:a16="http://schemas.microsoft.com/office/drawing/2014/main" id="{09DC6BF2-94D8-4963-9A5F-4353C271FC50}"/>
                </a:ext>
              </a:extLst>
            </p:cNvPr>
            <p:cNvSpPr/>
            <p:nvPr/>
          </p:nvSpPr>
          <p:spPr>
            <a:xfrm>
              <a:off x="1283391" y="22316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곱하기 기호 39">
              <a:extLst>
                <a:ext uri="{FF2B5EF4-FFF2-40B4-BE49-F238E27FC236}">
                  <a16:creationId xmlns:a16="http://schemas.microsoft.com/office/drawing/2014/main" id="{398369F7-AB15-4661-B02C-37A970DA2A4F}"/>
                </a:ext>
              </a:extLst>
            </p:cNvPr>
            <p:cNvSpPr/>
            <p:nvPr/>
          </p:nvSpPr>
          <p:spPr>
            <a:xfrm>
              <a:off x="1992248" y="2231110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곱하기 기호 41">
              <a:extLst>
                <a:ext uri="{FF2B5EF4-FFF2-40B4-BE49-F238E27FC236}">
                  <a16:creationId xmlns:a16="http://schemas.microsoft.com/office/drawing/2014/main" id="{B035E44C-F732-4937-B974-37CA1EA9036C}"/>
                </a:ext>
              </a:extLst>
            </p:cNvPr>
            <p:cNvSpPr/>
            <p:nvPr/>
          </p:nvSpPr>
          <p:spPr>
            <a:xfrm>
              <a:off x="2426707" y="22251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곱하기 기호 42">
              <a:extLst>
                <a:ext uri="{FF2B5EF4-FFF2-40B4-BE49-F238E27FC236}">
                  <a16:creationId xmlns:a16="http://schemas.microsoft.com/office/drawing/2014/main" id="{144AAB5E-DB43-4C7D-A08F-3DFF235D8C47}"/>
                </a:ext>
              </a:extLst>
            </p:cNvPr>
            <p:cNvSpPr/>
            <p:nvPr/>
          </p:nvSpPr>
          <p:spPr>
            <a:xfrm>
              <a:off x="2675462" y="2229853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곱하기 기호 43">
              <a:extLst>
                <a:ext uri="{FF2B5EF4-FFF2-40B4-BE49-F238E27FC236}">
                  <a16:creationId xmlns:a16="http://schemas.microsoft.com/office/drawing/2014/main" id="{71ED41CD-9DBE-4D83-988B-74D22536C8B3}"/>
                </a:ext>
              </a:extLst>
            </p:cNvPr>
            <p:cNvSpPr/>
            <p:nvPr/>
          </p:nvSpPr>
          <p:spPr>
            <a:xfrm>
              <a:off x="3524668" y="22316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곱하기 기호 44">
              <a:extLst>
                <a:ext uri="{FF2B5EF4-FFF2-40B4-BE49-F238E27FC236}">
                  <a16:creationId xmlns:a16="http://schemas.microsoft.com/office/drawing/2014/main" id="{0A021899-28E7-4BF2-BDE7-4EA42C7BF707}"/>
                </a:ext>
              </a:extLst>
            </p:cNvPr>
            <p:cNvSpPr/>
            <p:nvPr/>
          </p:nvSpPr>
          <p:spPr>
            <a:xfrm>
              <a:off x="3053729" y="2231110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곱하기 기호 45">
              <a:extLst>
                <a:ext uri="{FF2B5EF4-FFF2-40B4-BE49-F238E27FC236}">
                  <a16:creationId xmlns:a16="http://schemas.microsoft.com/office/drawing/2014/main" id="{789A714F-78A4-4010-BD9D-DB665389EEBC}"/>
                </a:ext>
              </a:extLst>
            </p:cNvPr>
            <p:cNvSpPr/>
            <p:nvPr/>
          </p:nvSpPr>
          <p:spPr>
            <a:xfrm>
              <a:off x="3957817" y="22251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곱하기 기호 47">
              <a:extLst>
                <a:ext uri="{FF2B5EF4-FFF2-40B4-BE49-F238E27FC236}">
                  <a16:creationId xmlns:a16="http://schemas.microsoft.com/office/drawing/2014/main" id="{B09F01ED-B617-4339-8F78-3EB90622D94A}"/>
                </a:ext>
              </a:extLst>
            </p:cNvPr>
            <p:cNvSpPr/>
            <p:nvPr/>
          </p:nvSpPr>
          <p:spPr>
            <a:xfrm>
              <a:off x="4221535" y="2225102"/>
              <a:ext cx="252000" cy="252000"/>
            </a:xfrm>
            <a:prstGeom prst="mathMultiply">
              <a:avLst>
                <a:gd name="adj1" fmla="val 18469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356ABF72-721F-45FB-81D2-D2ED59CB721D}"/>
              </a:ext>
            </a:extLst>
          </p:cNvPr>
          <p:cNvSpPr txBox="1"/>
          <p:nvPr/>
        </p:nvSpPr>
        <p:spPr>
          <a:xfrm>
            <a:off x="4989010" y="2941579"/>
            <a:ext cx="2066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Quantization</a:t>
            </a:r>
            <a:endParaRPr lang="ko-KR" altLang="en-US" sz="2400" b="1" dirty="0"/>
          </a:p>
        </p:txBody>
      </p:sp>
      <p:graphicFrame>
        <p:nvGraphicFramePr>
          <p:cNvPr id="85" name="표 85">
            <a:extLst>
              <a:ext uri="{FF2B5EF4-FFF2-40B4-BE49-F238E27FC236}">
                <a16:creationId xmlns:a16="http://schemas.microsoft.com/office/drawing/2014/main" id="{AAB10939-8208-49D8-ACB3-0569ABB22816}"/>
              </a:ext>
            </a:extLst>
          </p:cNvPr>
          <p:cNvGraphicFramePr>
            <a:graphicFrameLocks noGrp="1"/>
          </p:cNvGraphicFramePr>
          <p:nvPr/>
        </p:nvGraphicFramePr>
        <p:xfrm>
          <a:off x="2000947" y="4069348"/>
          <a:ext cx="1440000" cy="14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3859894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090944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684615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493617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1105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9619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2114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983587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81B8BCE2-900F-4D5E-ADEE-629BFE64B5D3}"/>
              </a:ext>
            </a:extLst>
          </p:cNvPr>
          <p:cNvGraphicFramePr>
            <a:graphicFrameLocks noGrp="1"/>
          </p:cNvGraphicFramePr>
          <p:nvPr/>
        </p:nvGraphicFramePr>
        <p:xfrm>
          <a:off x="4215064" y="4062827"/>
          <a:ext cx="1440000" cy="144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3859894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090944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6846157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4936172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1105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96192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2114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983587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714BBCC9-8CB6-45D3-85FB-AFA9044AE3BA}"/>
              </a:ext>
            </a:extLst>
          </p:cNvPr>
          <p:cNvSpPr txBox="1"/>
          <p:nvPr/>
        </p:nvSpPr>
        <p:spPr>
          <a:xfrm>
            <a:off x="2031681" y="3755050"/>
            <a:ext cx="1362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Weight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FB0B3A-845F-4E9C-A71A-4122A38C70BC}"/>
              </a:ext>
            </a:extLst>
          </p:cNvPr>
          <p:cNvSpPr txBox="1"/>
          <p:nvPr/>
        </p:nvSpPr>
        <p:spPr>
          <a:xfrm>
            <a:off x="4175274" y="3755049"/>
            <a:ext cx="1519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Weight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B28D6212-EE87-4BF6-8F44-5B75D01DBFFA}"/>
              </a:ext>
            </a:extLst>
          </p:cNvPr>
          <p:cNvGraphicFramePr>
            <a:graphicFrameLocks noGrp="1"/>
          </p:cNvGraphicFramePr>
          <p:nvPr/>
        </p:nvGraphicFramePr>
        <p:xfrm>
          <a:off x="6475508" y="4278825"/>
          <a:ext cx="2016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520946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074904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0, 3, 10, 12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689464"/>
                  </a:ext>
                </a:extLst>
              </a:tr>
            </a:tbl>
          </a:graphicData>
        </a:graphic>
      </p:graphicFrame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7ECE6805-4A79-4B7B-88DF-CD5968BB8ADC}"/>
              </a:ext>
            </a:extLst>
          </p:cNvPr>
          <p:cNvGraphicFramePr>
            <a:graphicFrameLocks noGrp="1"/>
          </p:cNvGraphicFramePr>
          <p:nvPr/>
        </p:nvGraphicFramePr>
        <p:xfrm>
          <a:off x="6475508" y="4925210"/>
          <a:ext cx="2016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520946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074904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1, 2, 6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689464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00C2BE4-8BA3-4278-BC45-5654D18ED013}"/>
              </a:ext>
            </a:extLst>
          </p:cNvPr>
          <p:cNvGraphicFramePr>
            <a:graphicFrameLocks noGrp="1"/>
          </p:cNvGraphicFramePr>
          <p:nvPr/>
        </p:nvGraphicFramePr>
        <p:xfrm>
          <a:off x="8672080" y="4278825"/>
          <a:ext cx="2016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520946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074904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4, 9, 11, 15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689464"/>
                  </a:ext>
                </a:extLst>
              </a:tr>
            </a:tbl>
          </a:graphicData>
        </a:graphic>
      </p:graphicFrame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2643AD11-4EB4-4A15-93C3-B0A890EC96A9}"/>
              </a:ext>
            </a:extLst>
          </p:cNvPr>
          <p:cNvGraphicFramePr>
            <a:graphicFrameLocks noGrp="1"/>
          </p:cNvGraphicFramePr>
          <p:nvPr/>
        </p:nvGraphicFramePr>
        <p:xfrm>
          <a:off x="8672080" y="4925210"/>
          <a:ext cx="2016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520946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3074904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5, 7, 8, 13,14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689464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4BE711B1-5C3E-4BCC-8D89-50BA6394A5D9}"/>
              </a:ext>
            </a:extLst>
          </p:cNvPr>
          <p:cNvSpPr txBox="1"/>
          <p:nvPr/>
        </p:nvSpPr>
        <p:spPr>
          <a:xfrm>
            <a:off x="7684383" y="3841724"/>
            <a:ext cx="1802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Weight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C0B64E8-CC12-488A-8F09-06D0E691C64A}"/>
              </a:ext>
            </a:extLst>
          </p:cNvPr>
          <p:cNvSpPr txBox="1"/>
          <p:nvPr/>
        </p:nvSpPr>
        <p:spPr>
          <a:xfrm>
            <a:off x="4594862" y="5685040"/>
            <a:ext cx="2836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Weight Clustering</a:t>
            </a:r>
            <a:endParaRPr lang="ko-KR" altLang="en-US" sz="2400" b="1" dirty="0"/>
          </a:p>
        </p:txBody>
      </p:sp>
      <p:sp>
        <p:nvSpPr>
          <p:cNvPr id="103" name="화살표: 오른쪽 102">
            <a:extLst>
              <a:ext uri="{FF2B5EF4-FFF2-40B4-BE49-F238E27FC236}">
                <a16:creationId xmlns:a16="http://schemas.microsoft.com/office/drawing/2014/main" id="{8AE2FEEB-CB11-4895-A136-23B5905C462A}"/>
              </a:ext>
            </a:extLst>
          </p:cNvPr>
          <p:cNvSpPr/>
          <p:nvPr/>
        </p:nvSpPr>
        <p:spPr>
          <a:xfrm>
            <a:off x="3653921" y="4663348"/>
            <a:ext cx="394228" cy="252000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72267BA7-EC4B-4161-AD2D-78AA766550DF}"/>
              </a:ext>
            </a:extLst>
          </p:cNvPr>
          <p:cNvSpPr/>
          <p:nvPr/>
        </p:nvSpPr>
        <p:spPr>
          <a:xfrm>
            <a:off x="5854188" y="4671691"/>
            <a:ext cx="394228" cy="252000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6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7" grpId="0"/>
      <p:bldP spid="88" grpId="0"/>
      <p:bldP spid="101" grpId="0"/>
      <p:bldP spid="102" grpId="0"/>
      <p:bldP spid="103" grpId="0" animBg="1"/>
      <p:bldP spid="10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래픽 29">
            <a:extLst>
              <a:ext uri="{FF2B5EF4-FFF2-40B4-BE49-F238E27FC236}">
                <a16:creationId xmlns:a16="http://schemas.microsoft.com/office/drawing/2014/main" id="{1DA11203-676A-43E4-8DFE-A0D038617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6956" y="1875986"/>
            <a:ext cx="3674640" cy="2810019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0D28CB4B-B051-4792-A17A-D5D82D01D1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213" y="1829290"/>
            <a:ext cx="3680845" cy="2854269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Convolution Redundancy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7556E9-21FD-4F5B-A9FC-3AFF8E6F5CB2}"/>
              </a:ext>
            </a:extLst>
          </p:cNvPr>
          <p:cNvGrpSpPr/>
          <p:nvPr/>
        </p:nvGrpSpPr>
        <p:grpSpPr>
          <a:xfrm>
            <a:off x="2913271" y="4314636"/>
            <a:ext cx="4155723" cy="1033502"/>
            <a:chOff x="2913271" y="5034023"/>
            <a:chExt cx="4155723" cy="103350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362AB00-1152-4A84-B958-8E428D7C9298}"/>
                </a:ext>
              </a:extLst>
            </p:cNvPr>
            <p:cNvSpPr/>
            <p:nvPr/>
          </p:nvSpPr>
          <p:spPr>
            <a:xfrm>
              <a:off x="2913271" y="5037408"/>
              <a:ext cx="736013" cy="368924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2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5DD4702-E453-4A86-BA53-D9D397CABDA9}"/>
                </a:ext>
              </a:extLst>
            </p:cNvPr>
            <p:cNvSpPr/>
            <p:nvPr/>
          </p:nvSpPr>
          <p:spPr>
            <a:xfrm>
              <a:off x="6332981" y="5034023"/>
              <a:ext cx="736013" cy="368924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20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7818C78-29CB-4804-AD30-D4A366152017}"/>
                </a:ext>
              </a:extLst>
            </p:cNvPr>
            <p:cNvCxnSpPr>
              <a:cxnSpLocks/>
              <a:stCxn id="17" idx="2"/>
              <a:endCxn id="24" idx="0"/>
            </p:cNvCxnSpPr>
            <p:nvPr/>
          </p:nvCxnSpPr>
          <p:spPr>
            <a:xfrm>
              <a:off x="3281278" y="5406332"/>
              <a:ext cx="1076447" cy="318421"/>
            </a:xfrm>
            <a:prstGeom prst="line">
              <a:avLst/>
            </a:prstGeom>
            <a:ln w="2540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8B6A021E-7894-485A-8A9D-C7BDBD2F2DFE}"/>
                </a:ext>
              </a:extLst>
            </p:cNvPr>
            <p:cNvCxnSpPr>
              <a:cxnSpLocks/>
              <a:stCxn id="24" idx="0"/>
              <a:endCxn id="21" idx="2"/>
            </p:cNvCxnSpPr>
            <p:nvPr/>
          </p:nvCxnSpPr>
          <p:spPr>
            <a:xfrm flipV="1">
              <a:off x="4357725" y="5402947"/>
              <a:ext cx="2343263" cy="321806"/>
            </a:xfrm>
            <a:prstGeom prst="line">
              <a:avLst/>
            </a:prstGeom>
            <a:ln w="2540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4EB12A8-2568-41B5-A636-A85F207C675E}"/>
                </a:ext>
              </a:extLst>
            </p:cNvPr>
            <p:cNvSpPr txBox="1"/>
            <p:nvPr/>
          </p:nvSpPr>
          <p:spPr>
            <a:xfrm>
              <a:off x="3743839" y="5724753"/>
              <a:ext cx="1227772" cy="342772"/>
            </a:xfrm>
            <a:prstGeom prst="rect">
              <a:avLst/>
            </a:prstGeom>
            <a:noFill/>
          </p:spPr>
          <p:txBody>
            <a:bodyPr wrap="none" lIns="0" tIns="14400" rIns="0" bIns="0" rtlCol="0">
              <a:spAutoFit/>
            </a:bodyPr>
            <a:lstStyle/>
            <a:p>
              <a:pPr algn="ctr"/>
              <a:r>
                <a:rPr lang="en-US" altLang="ko-KR" sz="2133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redundant</a:t>
              </a:r>
              <a:endParaRPr lang="ko-KR" altLang="en-US" sz="2133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987C1F2-195D-43CB-B5E0-E9F959E856FE}"/>
              </a:ext>
            </a:extLst>
          </p:cNvPr>
          <p:cNvGrpSpPr/>
          <p:nvPr/>
        </p:nvGrpSpPr>
        <p:grpSpPr>
          <a:xfrm>
            <a:off x="4823104" y="4314637"/>
            <a:ext cx="5099465" cy="1033501"/>
            <a:chOff x="4823104" y="5034024"/>
            <a:chExt cx="5099465" cy="1033501"/>
          </a:xfrm>
        </p:grpSpPr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9950C141-D3F8-4124-97F1-BF46012E8231}"/>
                </a:ext>
              </a:extLst>
            </p:cNvPr>
            <p:cNvCxnSpPr>
              <a:cxnSpLocks/>
              <a:stCxn id="19" idx="2"/>
              <a:endCxn id="26" idx="0"/>
            </p:cNvCxnSpPr>
            <p:nvPr/>
          </p:nvCxnSpPr>
          <p:spPr>
            <a:xfrm flipH="1">
              <a:off x="7750077" y="5402948"/>
              <a:ext cx="849255" cy="321805"/>
            </a:xfrm>
            <a:prstGeom prst="line">
              <a:avLst/>
            </a:prstGeom>
            <a:ln w="25400" cap="rnd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1B72849-12E2-43DF-8865-9C032C6463E0}"/>
                </a:ext>
              </a:extLst>
            </p:cNvPr>
            <p:cNvSpPr/>
            <p:nvPr/>
          </p:nvSpPr>
          <p:spPr>
            <a:xfrm>
              <a:off x="4823104" y="5034024"/>
              <a:ext cx="736013" cy="368924"/>
            </a:xfrm>
            <a:prstGeom prst="round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2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CC69694C-246C-4D8E-A591-70C5A0F73FBD}"/>
                </a:ext>
              </a:extLst>
            </p:cNvPr>
            <p:cNvSpPr/>
            <p:nvPr/>
          </p:nvSpPr>
          <p:spPr>
            <a:xfrm>
              <a:off x="8231325" y="5034024"/>
              <a:ext cx="736013" cy="368924"/>
            </a:xfrm>
            <a:prstGeom prst="round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2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A3143892-5016-4873-9B1E-708F7427A4FF}"/>
                </a:ext>
              </a:extLst>
            </p:cNvPr>
            <p:cNvSpPr/>
            <p:nvPr/>
          </p:nvSpPr>
          <p:spPr>
            <a:xfrm>
              <a:off x="9186556" y="5034024"/>
              <a:ext cx="736013" cy="368924"/>
            </a:xfrm>
            <a:prstGeom prst="round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20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5785C422-0354-4CAC-A0E8-53068A10698B}"/>
                </a:ext>
              </a:extLst>
            </p:cNvPr>
            <p:cNvCxnSpPr>
              <a:cxnSpLocks/>
              <a:stCxn id="18" idx="2"/>
              <a:endCxn id="26" idx="0"/>
            </p:cNvCxnSpPr>
            <p:nvPr/>
          </p:nvCxnSpPr>
          <p:spPr>
            <a:xfrm>
              <a:off x="5191111" y="5402948"/>
              <a:ext cx="2558966" cy="321805"/>
            </a:xfrm>
            <a:prstGeom prst="line">
              <a:avLst/>
            </a:prstGeom>
            <a:ln w="25400" cap="rnd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31207E-C571-4B09-ABCC-E47A18E09CC7}"/>
                </a:ext>
              </a:extLst>
            </p:cNvPr>
            <p:cNvSpPr txBox="1"/>
            <p:nvPr/>
          </p:nvSpPr>
          <p:spPr>
            <a:xfrm>
              <a:off x="7134524" y="5724753"/>
              <a:ext cx="1231106" cy="342772"/>
            </a:xfrm>
            <a:prstGeom prst="rect">
              <a:avLst/>
            </a:prstGeom>
            <a:noFill/>
          </p:spPr>
          <p:txBody>
            <a:bodyPr wrap="none" lIns="0" tIns="14400" rIns="0" bIns="0" rtlCol="0">
              <a:spAutoFit/>
            </a:bodyPr>
            <a:lstStyle/>
            <a:p>
              <a:pPr algn="ctr"/>
              <a:r>
                <a:rPr lang="en-US" altLang="ko-KR" sz="2133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ineffectual</a:t>
              </a:r>
              <a:endParaRPr lang="ko-KR" altLang="en-US" sz="2133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7F771BE-76B5-40F6-B31F-D9C564BAB780}"/>
                </a:ext>
              </a:extLst>
            </p:cNvPr>
            <p:cNvCxnSpPr>
              <a:cxnSpLocks/>
              <a:stCxn id="20" idx="2"/>
              <a:endCxn id="26" idx="0"/>
            </p:cNvCxnSpPr>
            <p:nvPr/>
          </p:nvCxnSpPr>
          <p:spPr>
            <a:xfrm flipH="1">
              <a:off x="7750077" y="5402948"/>
              <a:ext cx="1804486" cy="321805"/>
            </a:xfrm>
            <a:prstGeom prst="line">
              <a:avLst/>
            </a:prstGeom>
            <a:ln w="25400" cap="rnd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F10CEBB-6B6A-4647-B830-0436025AFBA4}"/>
              </a:ext>
            </a:extLst>
          </p:cNvPr>
          <p:cNvGrpSpPr/>
          <p:nvPr/>
        </p:nvGrpSpPr>
        <p:grpSpPr>
          <a:xfrm>
            <a:off x="4741640" y="1618065"/>
            <a:ext cx="1677345" cy="991558"/>
            <a:chOff x="4741640" y="2337452"/>
            <a:chExt cx="1677345" cy="991558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290E1EA-AE57-42AC-89F4-EB6011670B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0211" y="2666280"/>
              <a:ext cx="372379" cy="627215"/>
            </a:xfrm>
            <a:prstGeom prst="line">
              <a:avLst/>
            </a:prstGeom>
            <a:ln w="2540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D11DBBE-2AAF-4604-9781-53D7A226D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1640" y="2668724"/>
              <a:ext cx="930950" cy="660286"/>
            </a:xfrm>
            <a:prstGeom prst="line">
              <a:avLst/>
            </a:prstGeom>
            <a:ln w="25400" cap="rnd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19F390-06C3-424C-B1A4-6FC7FEE52D28}"/>
                </a:ext>
              </a:extLst>
            </p:cNvPr>
            <p:cNvSpPr txBox="1"/>
            <p:nvPr/>
          </p:nvSpPr>
          <p:spPr>
            <a:xfrm>
              <a:off x="5207115" y="2337452"/>
              <a:ext cx="1211870" cy="291540"/>
            </a:xfrm>
            <a:prstGeom prst="rect">
              <a:avLst/>
            </a:prstGeom>
            <a:noFill/>
          </p:spPr>
          <p:txBody>
            <a:bodyPr wrap="none" lIns="0" tIns="14400" rIns="0" bIns="0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same weight</a:t>
              </a:r>
              <a:endParaRPr lang="ko-KR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717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Convolution Lowering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4638" y="6553661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C1AC129-6932-4D33-B2D8-526086A415AF}"/>
              </a:ext>
            </a:extLst>
          </p:cNvPr>
          <p:cNvGrpSpPr/>
          <p:nvPr/>
        </p:nvGrpSpPr>
        <p:grpSpPr>
          <a:xfrm>
            <a:off x="140056" y="627284"/>
            <a:ext cx="8138344" cy="2699602"/>
            <a:chOff x="140056" y="666290"/>
            <a:chExt cx="8138344" cy="2699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87237BE-108B-433E-8EA4-60FE565617C7}"/>
                    </a:ext>
                  </a:extLst>
                </p:cNvPr>
                <p:cNvSpPr txBox="1"/>
                <p:nvPr/>
              </p:nvSpPr>
              <p:spPr>
                <a:xfrm>
                  <a:off x="6110094" y="666290"/>
                  <a:ext cx="21646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𝐹𝐻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dirty="0" err="1" smtClean="0">
                            <a:latin typeface="Cambria Math" panose="02040503050406030204" pitchFamily="18" charset="0"/>
                          </a:rPr>
                          <m:t>𝐹𝑊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87237BE-108B-433E-8EA4-60FE565617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0094" y="666290"/>
                  <a:ext cx="216461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82251F1-B737-4D47-B06E-DD9B7960D015}"/>
                </a:ext>
              </a:extLst>
            </p:cNvPr>
            <p:cNvGrpSpPr/>
            <p:nvPr/>
          </p:nvGrpSpPr>
          <p:grpSpPr>
            <a:xfrm>
              <a:off x="140056" y="1012223"/>
              <a:ext cx="8138344" cy="2353669"/>
              <a:chOff x="140056" y="1012223"/>
              <a:chExt cx="8138344" cy="2353669"/>
            </a:xfrm>
          </p:grpSpPr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43F502F7-FBAF-4459-AA52-8AD275337BA5}"/>
                  </a:ext>
                </a:extLst>
              </p:cNvPr>
              <p:cNvSpPr/>
              <p:nvPr/>
            </p:nvSpPr>
            <p:spPr>
              <a:xfrm>
                <a:off x="4811246" y="2076490"/>
                <a:ext cx="478367" cy="325966"/>
              </a:xfrm>
              <a:prstGeom prst="rightArrow">
                <a:avLst/>
              </a:prstGeom>
              <a:solidFill>
                <a:schemeClr val="bg2">
                  <a:lumMod val="50000"/>
                </a:schemeClr>
              </a:solidFill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A7407D44-D98C-4C90-8ADB-5BBF7952EAC5}"/>
                  </a:ext>
                </a:extLst>
              </p:cNvPr>
              <p:cNvSpPr/>
              <p:nvPr/>
            </p:nvSpPr>
            <p:spPr>
              <a:xfrm>
                <a:off x="6117228" y="1342002"/>
                <a:ext cx="2158813" cy="163619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2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2400" b="1" dirty="0">
                    <a:solidFill>
                      <a:schemeClr val="tx1"/>
                    </a:solidFill>
                  </a:rPr>
                  <a:t>Weight</a:t>
                </a:r>
              </a:p>
              <a:p>
                <a:pPr algn="ctr"/>
                <a:r>
                  <a:rPr lang="en-US" altLang="ko-KR" sz="2400" b="1" dirty="0">
                    <a:solidFill>
                      <a:schemeClr val="tx1"/>
                    </a:solidFill>
                  </a:rPr>
                  <a:t>Matrix</a:t>
                </a:r>
                <a:endParaRPr lang="ko-KR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왼쪽 중괄호 34">
                <a:extLst>
                  <a:ext uri="{FF2B5EF4-FFF2-40B4-BE49-F238E27FC236}">
                    <a16:creationId xmlns:a16="http://schemas.microsoft.com/office/drawing/2014/main" id="{60969048-CC00-4F49-B8B1-7C21BD75C5EF}"/>
                  </a:ext>
                </a:extLst>
              </p:cNvPr>
              <p:cNvSpPr/>
              <p:nvPr/>
            </p:nvSpPr>
            <p:spPr>
              <a:xfrm rot="2696913">
                <a:off x="949747" y="1444191"/>
                <a:ext cx="268950" cy="999114"/>
              </a:xfrm>
              <a:prstGeom prst="leftBrace">
                <a:avLst>
                  <a:gd name="adj1" fmla="val 7633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48D0DE34-A1FD-44A8-B076-9A6800A5A2C9}"/>
                      </a:ext>
                    </a:extLst>
                  </p:cNvPr>
                  <p:cNvSpPr txBox="1"/>
                  <p:nvPr/>
                </p:nvSpPr>
                <p:spPr>
                  <a:xfrm>
                    <a:off x="616718" y="1520229"/>
                    <a:ext cx="41068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48D0DE34-A1FD-44A8-B076-9A6800A5A2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718" y="1520229"/>
                    <a:ext cx="41068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왼쪽 중괄호 37">
                <a:extLst>
                  <a:ext uri="{FF2B5EF4-FFF2-40B4-BE49-F238E27FC236}">
                    <a16:creationId xmlns:a16="http://schemas.microsoft.com/office/drawing/2014/main" id="{2E768C06-3B1D-4678-9494-9EB774BC97C4}"/>
                  </a:ext>
                </a:extLst>
              </p:cNvPr>
              <p:cNvSpPr/>
              <p:nvPr/>
            </p:nvSpPr>
            <p:spPr>
              <a:xfrm>
                <a:off x="666356" y="2402456"/>
                <a:ext cx="154122" cy="401366"/>
              </a:xfrm>
              <a:prstGeom prst="leftBrace">
                <a:avLst>
                  <a:gd name="adj1" fmla="val 7633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6531FF9-65F8-467E-9DD6-16FC0291F6E3}"/>
                      </a:ext>
                    </a:extLst>
                  </p:cNvPr>
                  <p:cNvSpPr txBox="1"/>
                  <p:nvPr/>
                </p:nvSpPr>
                <p:spPr>
                  <a:xfrm>
                    <a:off x="140056" y="2422845"/>
                    <a:ext cx="59503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𝐹𝐻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6531FF9-65F8-467E-9DD6-16FC0291F6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056" y="2422845"/>
                    <a:ext cx="59503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왼쪽 중괄호 42">
                <a:extLst>
                  <a:ext uri="{FF2B5EF4-FFF2-40B4-BE49-F238E27FC236}">
                    <a16:creationId xmlns:a16="http://schemas.microsoft.com/office/drawing/2014/main" id="{E0772D72-FD2D-4DFE-9879-3385EF45B620}"/>
                  </a:ext>
                </a:extLst>
              </p:cNvPr>
              <p:cNvSpPr/>
              <p:nvPr/>
            </p:nvSpPr>
            <p:spPr>
              <a:xfrm rot="16200000">
                <a:off x="969252" y="2671432"/>
                <a:ext cx="136587" cy="401366"/>
              </a:xfrm>
              <a:prstGeom prst="leftBrace">
                <a:avLst>
                  <a:gd name="adj1" fmla="val 7633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29948FC-CE82-4516-AF92-9B87179EC9B2}"/>
                      </a:ext>
                    </a:extLst>
                  </p:cNvPr>
                  <p:cNvSpPr txBox="1"/>
                  <p:nvPr/>
                </p:nvSpPr>
                <p:spPr>
                  <a:xfrm>
                    <a:off x="766154" y="2996560"/>
                    <a:ext cx="6361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𝐹𝑊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29948FC-CE82-4516-AF92-9B87179EC9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154" y="2996560"/>
                    <a:ext cx="63613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정육면체 44">
                <a:extLst>
                  <a:ext uri="{FF2B5EF4-FFF2-40B4-BE49-F238E27FC236}">
                    <a16:creationId xmlns:a16="http://schemas.microsoft.com/office/drawing/2014/main" id="{ADE3FF45-129E-4B1B-9EE4-ABE6DC5C93F9}"/>
                  </a:ext>
                </a:extLst>
              </p:cNvPr>
              <p:cNvSpPr/>
              <p:nvPr/>
            </p:nvSpPr>
            <p:spPr>
              <a:xfrm>
                <a:off x="820478" y="1674324"/>
                <a:ext cx="1138767" cy="1130299"/>
              </a:xfrm>
              <a:prstGeom prst="cube">
                <a:avLst>
                  <a:gd name="adj" fmla="val 63723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왼쪽 중괄호 47">
                <a:extLst>
                  <a:ext uri="{FF2B5EF4-FFF2-40B4-BE49-F238E27FC236}">
                    <a16:creationId xmlns:a16="http://schemas.microsoft.com/office/drawing/2014/main" id="{C5AFB21B-6029-4B2F-9405-FD8B011DAC6B}"/>
                  </a:ext>
                </a:extLst>
              </p:cNvPr>
              <p:cNvSpPr/>
              <p:nvPr/>
            </p:nvSpPr>
            <p:spPr>
              <a:xfrm>
                <a:off x="5951994" y="1352317"/>
                <a:ext cx="165233" cy="1622126"/>
              </a:xfrm>
              <a:prstGeom prst="leftBrace">
                <a:avLst>
                  <a:gd name="adj1" fmla="val 25108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A01636D-4A54-4827-A919-B7E851AD024C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535932" y="1932986"/>
                    <a:ext cx="3212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ko-KR" altLang="en-US" i="1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FA01636D-4A54-4827-A919-B7E851AD02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535932" y="1932986"/>
                    <a:ext cx="32120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538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정육면체 56">
                <a:extLst>
                  <a:ext uri="{FF2B5EF4-FFF2-40B4-BE49-F238E27FC236}">
                    <a16:creationId xmlns:a16="http://schemas.microsoft.com/office/drawing/2014/main" id="{2C8892C5-5D37-40D9-8130-607ADC17CBB4}"/>
                  </a:ext>
                </a:extLst>
              </p:cNvPr>
              <p:cNvSpPr/>
              <p:nvPr/>
            </p:nvSpPr>
            <p:spPr>
              <a:xfrm>
                <a:off x="1460658" y="1677495"/>
                <a:ext cx="1138767" cy="1130299"/>
              </a:xfrm>
              <a:prstGeom prst="cube">
                <a:avLst>
                  <a:gd name="adj" fmla="val 63723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25400"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정육면체 57">
                <a:extLst>
                  <a:ext uri="{FF2B5EF4-FFF2-40B4-BE49-F238E27FC236}">
                    <a16:creationId xmlns:a16="http://schemas.microsoft.com/office/drawing/2014/main" id="{B8A3759B-82FA-4D30-A254-08EDB35C8B69}"/>
                  </a:ext>
                </a:extLst>
              </p:cNvPr>
              <p:cNvSpPr/>
              <p:nvPr/>
            </p:nvSpPr>
            <p:spPr>
              <a:xfrm>
                <a:off x="2134084" y="1677540"/>
                <a:ext cx="1138767" cy="1130299"/>
              </a:xfrm>
              <a:prstGeom prst="cube">
                <a:avLst>
                  <a:gd name="adj" fmla="val 63723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25400"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정육면체 58">
                <a:extLst>
                  <a:ext uri="{FF2B5EF4-FFF2-40B4-BE49-F238E27FC236}">
                    <a16:creationId xmlns:a16="http://schemas.microsoft.com/office/drawing/2014/main" id="{9EAF3A16-B73F-41C2-8323-E399627CC7FD}"/>
                  </a:ext>
                </a:extLst>
              </p:cNvPr>
              <p:cNvSpPr/>
              <p:nvPr/>
            </p:nvSpPr>
            <p:spPr>
              <a:xfrm>
                <a:off x="3426498" y="1674324"/>
                <a:ext cx="1138767" cy="1130299"/>
              </a:xfrm>
              <a:prstGeom prst="cube">
                <a:avLst>
                  <a:gd name="adj" fmla="val 63723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AFAAD98-0166-4120-8EEF-5C705812DCFD}"/>
                  </a:ext>
                </a:extLst>
              </p:cNvPr>
              <p:cNvSpPr txBox="1"/>
              <p:nvPr/>
            </p:nvSpPr>
            <p:spPr>
              <a:xfrm>
                <a:off x="2830979" y="2307989"/>
                <a:ext cx="455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/>
                  <a:t>…</a:t>
                </a:r>
                <a:endParaRPr lang="ko-KR" altLang="en-US" sz="2400" b="1" dirty="0"/>
              </a:p>
            </p:txBody>
          </p:sp>
          <p:sp>
            <p:nvSpPr>
              <p:cNvPr id="61" name="왼쪽 중괄호 60">
                <a:extLst>
                  <a:ext uri="{FF2B5EF4-FFF2-40B4-BE49-F238E27FC236}">
                    <a16:creationId xmlns:a16="http://schemas.microsoft.com/office/drawing/2014/main" id="{BD9AD24A-D21E-432F-B5A2-450A8D861FC1}"/>
                  </a:ext>
                </a:extLst>
              </p:cNvPr>
              <p:cNvSpPr/>
              <p:nvPr/>
            </p:nvSpPr>
            <p:spPr>
              <a:xfrm rot="5400000">
                <a:off x="2952470" y="57592"/>
                <a:ext cx="207433" cy="3018159"/>
              </a:xfrm>
              <a:prstGeom prst="leftBrace">
                <a:avLst>
                  <a:gd name="adj1" fmla="val 19980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F4FB3AB5-D128-41DC-B1DB-D06218990DC0}"/>
                      </a:ext>
                    </a:extLst>
                  </p:cNvPr>
                  <p:cNvSpPr txBox="1"/>
                  <p:nvPr/>
                </p:nvSpPr>
                <p:spPr>
                  <a:xfrm>
                    <a:off x="2850841" y="1012223"/>
                    <a:ext cx="43531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F4FB3AB5-D128-41DC-B1DB-D06218990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50841" y="1012223"/>
                    <a:ext cx="435312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왼쪽 중괄호 62">
                <a:extLst>
                  <a:ext uri="{FF2B5EF4-FFF2-40B4-BE49-F238E27FC236}">
                    <a16:creationId xmlns:a16="http://schemas.microsoft.com/office/drawing/2014/main" id="{6D5956EA-9805-442C-B39F-DBFFB79F289A}"/>
                  </a:ext>
                </a:extLst>
              </p:cNvPr>
              <p:cNvSpPr/>
              <p:nvPr/>
            </p:nvSpPr>
            <p:spPr>
              <a:xfrm rot="5400000">
                <a:off x="7098600" y="157751"/>
                <a:ext cx="198871" cy="2156896"/>
              </a:xfrm>
              <a:prstGeom prst="leftBrace">
                <a:avLst>
                  <a:gd name="adj1" fmla="val 217888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45A4AB78-94AE-47C3-B0F3-6A7125069369}"/>
                  </a:ext>
                </a:extLst>
              </p:cNvPr>
              <p:cNvSpPr/>
              <p:nvPr/>
            </p:nvSpPr>
            <p:spPr>
              <a:xfrm>
                <a:off x="6119587" y="1570208"/>
                <a:ext cx="2158813" cy="29673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6" name="직선 화살표 연결선 75">
                <a:extLst>
                  <a:ext uri="{FF2B5EF4-FFF2-40B4-BE49-F238E27FC236}">
                    <a16:creationId xmlns:a16="http://schemas.microsoft.com/office/drawing/2014/main" id="{F3DE946B-1F28-4486-B643-54EEC4776F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2155" y="1668185"/>
                <a:ext cx="3680142" cy="44946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01B347-2C78-4083-A45B-8D5946595503}"/>
              </a:ext>
            </a:extLst>
          </p:cNvPr>
          <p:cNvGrpSpPr/>
          <p:nvPr/>
        </p:nvGrpSpPr>
        <p:grpSpPr>
          <a:xfrm>
            <a:off x="1106243" y="3647281"/>
            <a:ext cx="7245448" cy="2849226"/>
            <a:chOff x="1106243" y="3647281"/>
            <a:chExt cx="7245448" cy="2849226"/>
          </a:xfrm>
        </p:grpSpPr>
        <p:sp>
          <p:nvSpPr>
            <p:cNvPr id="29" name="정육면체 28">
              <a:extLst>
                <a:ext uri="{FF2B5EF4-FFF2-40B4-BE49-F238E27FC236}">
                  <a16:creationId xmlns:a16="http://schemas.microsoft.com/office/drawing/2014/main" id="{D34C4FEB-0C7D-4676-8EC6-38364884D213}"/>
                </a:ext>
              </a:extLst>
            </p:cNvPr>
            <p:cNvSpPr/>
            <p:nvPr/>
          </p:nvSpPr>
          <p:spPr>
            <a:xfrm>
              <a:off x="1754058" y="3879529"/>
              <a:ext cx="1695451" cy="1697567"/>
            </a:xfrm>
            <a:prstGeom prst="cube">
              <a:avLst>
                <a:gd name="adj" fmla="val 4195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7866FF83-0A91-41E1-9D6C-F25235C71D64}"/>
                </a:ext>
              </a:extLst>
            </p:cNvPr>
            <p:cNvSpPr/>
            <p:nvPr/>
          </p:nvSpPr>
          <p:spPr>
            <a:xfrm>
              <a:off x="4813606" y="4780421"/>
              <a:ext cx="478367" cy="325966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왼쪽 중괄호 50">
              <a:extLst>
                <a:ext uri="{FF2B5EF4-FFF2-40B4-BE49-F238E27FC236}">
                  <a16:creationId xmlns:a16="http://schemas.microsoft.com/office/drawing/2014/main" id="{B3BA1FC3-C526-4E5E-A12D-F1A3FA24A5A6}"/>
                </a:ext>
              </a:extLst>
            </p:cNvPr>
            <p:cNvSpPr/>
            <p:nvPr/>
          </p:nvSpPr>
          <p:spPr>
            <a:xfrm rot="2696913">
              <a:off x="1898271" y="3647281"/>
              <a:ext cx="268950" cy="999114"/>
            </a:xfrm>
            <a:prstGeom prst="leftBrace">
              <a:avLst>
                <a:gd name="adj1" fmla="val 76330"/>
                <a:gd name="adj2" fmla="val 50000"/>
              </a:avLst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454958D-087D-4D9D-B863-8CD3084A1574}"/>
                    </a:ext>
                  </a:extLst>
                </p:cNvPr>
                <p:cNvSpPr txBox="1"/>
                <p:nvPr/>
              </p:nvSpPr>
              <p:spPr>
                <a:xfrm>
                  <a:off x="1565122" y="371684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454958D-087D-4D9D-B863-8CD3084A1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5122" y="3716848"/>
                  <a:ext cx="41068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왼쪽 중괄호 52">
              <a:extLst>
                <a:ext uri="{FF2B5EF4-FFF2-40B4-BE49-F238E27FC236}">
                  <a16:creationId xmlns:a16="http://schemas.microsoft.com/office/drawing/2014/main" id="{1AD33CB8-448D-42A5-B2D2-5682FE737AE1}"/>
                </a:ext>
              </a:extLst>
            </p:cNvPr>
            <p:cNvSpPr/>
            <p:nvPr/>
          </p:nvSpPr>
          <p:spPr>
            <a:xfrm>
              <a:off x="1506405" y="4589001"/>
              <a:ext cx="268950" cy="988095"/>
            </a:xfrm>
            <a:prstGeom prst="leftBrace">
              <a:avLst>
                <a:gd name="adj1" fmla="val 76330"/>
                <a:gd name="adj2" fmla="val 50000"/>
              </a:avLst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왼쪽 중괄호 53">
              <a:extLst>
                <a:ext uri="{FF2B5EF4-FFF2-40B4-BE49-F238E27FC236}">
                  <a16:creationId xmlns:a16="http://schemas.microsoft.com/office/drawing/2014/main" id="{7035F04B-2B65-4607-BCCE-DB3D95BB51B2}"/>
                </a:ext>
              </a:extLst>
            </p:cNvPr>
            <p:cNvSpPr/>
            <p:nvPr/>
          </p:nvSpPr>
          <p:spPr>
            <a:xfrm rot="16200000">
              <a:off x="2113632" y="5221461"/>
              <a:ext cx="268950" cy="988095"/>
            </a:xfrm>
            <a:prstGeom prst="leftBrace">
              <a:avLst>
                <a:gd name="adj1" fmla="val 76330"/>
                <a:gd name="adj2" fmla="val 50000"/>
              </a:avLst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7FE9E5C-E14D-4D5F-95F0-2FBBB8C1DD3A}"/>
                    </a:ext>
                  </a:extLst>
                </p:cNvPr>
                <p:cNvSpPr txBox="1"/>
                <p:nvPr/>
              </p:nvSpPr>
              <p:spPr>
                <a:xfrm>
                  <a:off x="1106243" y="4899347"/>
                  <a:ext cx="4414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7FE9E5C-E14D-4D5F-95F0-2FBBB8C1D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243" y="4899347"/>
                  <a:ext cx="44146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25A7389-8952-4CF8-9CDA-EA1303A7FB8E}"/>
                    </a:ext>
                  </a:extLst>
                </p:cNvPr>
                <p:cNvSpPr txBox="1"/>
                <p:nvPr/>
              </p:nvSpPr>
              <p:spPr>
                <a:xfrm>
                  <a:off x="2033496" y="5911665"/>
                  <a:ext cx="4950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25A7389-8952-4CF8-9CDA-EA1303A7F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3496" y="5911665"/>
                  <a:ext cx="49507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정육면체 73">
              <a:extLst>
                <a:ext uri="{FF2B5EF4-FFF2-40B4-BE49-F238E27FC236}">
                  <a16:creationId xmlns:a16="http://schemas.microsoft.com/office/drawing/2014/main" id="{CD67F93F-E27E-4AE8-994B-C931FB900932}"/>
                </a:ext>
              </a:extLst>
            </p:cNvPr>
            <p:cNvSpPr/>
            <p:nvPr/>
          </p:nvSpPr>
          <p:spPr>
            <a:xfrm>
              <a:off x="1944764" y="4023851"/>
              <a:ext cx="1138767" cy="1130299"/>
            </a:xfrm>
            <a:prstGeom prst="cube">
              <a:avLst>
                <a:gd name="adj" fmla="val 63723"/>
              </a:avLst>
            </a:prstGeom>
            <a:noFill/>
            <a:ln w="25400"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왼쪽 중괄호 45">
              <a:extLst>
                <a:ext uri="{FF2B5EF4-FFF2-40B4-BE49-F238E27FC236}">
                  <a16:creationId xmlns:a16="http://schemas.microsoft.com/office/drawing/2014/main" id="{17CCE538-B8A2-4794-BEF6-FB111A190565}"/>
                </a:ext>
              </a:extLst>
            </p:cNvPr>
            <p:cNvSpPr/>
            <p:nvPr/>
          </p:nvSpPr>
          <p:spPr>
            <a:xfrm rot="16200000">
              <a:off x="7123478" y="4878460"/>
              <a:ext cx="165233" cy="2121047"/>
            </a:xfrm>
            <a:prstGeom prst="leftBrace">
              <a:avLst>
                <a:gd name="adj1" fmla="val 251080"/>
                <a:gd name="adj2" fmla="val 50000"/>
              </a:avLst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4869633-7DE8-4A1E-A8D3-15D5DB5CF0C1}"/>
                    </a:ext>
                  </a:extLst>
                </p:cNvPr>
                <p:cNvSpPr txBox="1"/>
                <p:nvPr/>
              </p:nvSpPr>
              <p:spPr>
                <a:xfrm>
                  <a:off x="6018771" y="6127175"/>
                  <a:ext cx="23329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𝐹𝐻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𝐹𝑊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4869633-7DE8-4A1E-A8D3-15D5DB5CF0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8771" y="6127175"/>
                  <a:ext cx="233292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D18D08F-D74E-4DB0-BFB8-C342DA27472B}"/>
                </a:ext>
              </a:extLst>
            </p:cNvPr>
            <p:cNvSpPr/>
            <p:nvPr/>
          </p:nvSpPr>
          <p:spPr>
            <a:xfrm rot="5400000">
              <a:off x="6132091" y="3704325"/>
              <a:ext cx="2151908" cy="21333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altLang="ko-KR" sz="24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2400" b="1" dirty="0">
                  <a:solidFill>
                    <a:schemeClr val="tx1"/>
                  </a:solidFill>
                </a:rPr>
                <a:t>Activation </a:t>
              </a:r>
            </a:p>
            <a:p>
              <a:pPr algn="ctr"/>
              <a:r>
                <a:rPr lang="en-US" altLang="ko-KR" sz="2400" b="1" dirty="0">
                  <a:solidFill>
                    <a:schemeClr val="tx1"/>
                  </a:solidFill>
                </a:rPr>
                <a:t>Matrix</a:t>
              </a:r>
              <a:endParaRPr lang="ko-KR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왼쪽 중괄호 64">
              <a:extLst>
                <a:ext uri="{FF2B5EF4-FFF2-40B4-BE49-F238E27FC236}">
                  <a16:creationId xmlns:a16="http://schemas.microsoft.com/office/drawing/2014/main" id="{A8EFA45F-4A03-4BFC-8788-241EA225C702}"/>
                </a:ext>
              </a:extLst>
            </p:cNvPr>
            <p:cNvSpPr/>
            <p:nvPr/>
          </p:nvSpPr>
          <p:spPr>
            <a:xfrm>
              <a:off x="5986953" y="3701170"/>
              <a:ext cx="165233" cy="2151907"/>
            </a:xfrm>
            <a:prstGeom prst="leftBrace">
              <a:avLst>
                <a:gd name="adj1" fmla="val 251080"/>
                <a:gd name="adj2" fmla="val 50000"/>
              </a:avLst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936410A-1F64-4C53-AC34-3119A9C3E37C}"/>
                    </a:ext>
                  </a:extLst>
                </p:cNvPr>
                <p:cNvSpPr txBox="1"/>
                <p:nvPr/>
              </p:nvSpPr>
              <p:spPr>
                <a:xfrm rot="16200000">
                  <a:off x="4599326" y="4636446"/>
                  <a:ext cx="21607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𝑂𝐻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𝑂𝑊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936410A-1F64-4C53-AC34-3119A9C3E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599326" y="4636446"/>
                  <a:ext cx="216077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BFA2716-3B09-4B28-8C32-2E73BD5CD69E}"/>
                </a:ext>
              </a:extLst>
            </p:cNvPr>
            <p:cNvSpPr/>
            <p:nvPr/>
          </p:nvSpPr>
          <p:spPr>
            <a:xfrm>
              <a:off x="6141386" y="3991640"/>
              <a:ext cx="2133319" cy="3641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D0723754-8813-4E6C-A606-D372DF5826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6390" y="4134744"/>
              <a:ext cx="3875907" cy="27040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7AC05CE-1BF5-4130-A1E8-1C629AEF32F3}"/>
              </a:ext>
            </a:extLst>
          </p:cNvPr>
          <p:cNvGrpSpPr/>
          <p:nvPr/>
        </p:nvGrpSpPr>
        <p:grpSpPr>
          <a:xfrm>
            <a:off x="6925068" y="2500512"/>
            <a:ext cx="5100813" cy="2293256"/>
            <a:chOff x="6925068" y="2500512"/>
            <a:chExt cx="5100813" cy="229325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B3ADCAC-5F6A-4D13-94E8-1B19081B17F8}"/>
                </a:ext>
              </a:extLst>
            </p:cNvPr>
            <p:cNvGrpSpPr/>
            <p:nvPr/>
          </p:nvGrpSpPr>
          <p:grpSpPr>
            <a:xfrm>
              <a:off x="6925068" y="2500512"/>
              <a:ext cx="5100813" cy="2293256"/>
              <a:chOff x="6925068" y="2539518"/>
              <a:chExt cx="5100813" cy="2293256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34D07A8-47D5-4FDF-8B44-57F92D9EA647}"/>
                  </a:ext>
                </a:extLst>
              </p:cNvPr>
              <p:cNvSpPr/>
              <p:nvPr/>
            </p:nvSpPr>
            <p:spPr>
              <a:xfrm>
                <a:off x="9265110" y="2539518"/>
                <a:ext cx="2158813" cy="163619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54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b="1" dirty="0">
                    <a:solidFill>
                      <a:schemeClr val="tx1"/>
                    </a:solidFill>
                  </a:rPr>
                  <a:t>Output </a:t>
                </a:r>
              </a:p>
              <a:p>
                <a:pPr algn="ctr"/>
                <a:r>
                  <a:rPr lang="en-US" altLang="ko-KR" sz="2400" b="1" dirty="0">
                    <a:solidFill>
                      <a:schemeClr val="tx1"/>
                    </a:solidFill>
                  </a:rPr>
                  <a:t>Matrix</a:t>
                </a:r>
              </a:p>
              <a:p>
                <a:pPr algn="ctr"/>
                <a:endParaRPr lang="ko-KR" alt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곱하기 기호 67">
                <a:extLst>
                  <a:ext uri="{FF2B5EF4-FFF2-40B4-BE49-F238E27FC236}">
                    <a16:creationId xmlns:a16="http://schemas.microsoft.com/office/drawing/2014/main" id="{81ACD3F9-AAB8-4800-9307-AF70C5E22F2B}"/>
                  </a:ext>
                </a:extLst>
              </p:cNvPr>
              <p:cNvSpPr/>
              <p:nvPr/>
            </p:nvSpPr>
            <p:spPr>
              <a:xfrm>
                <a:off x="6925068" y="3091452"/>
                <a:ext cx="553223" cy="535577"/>
              </a:xfrm>
              <a:prstGeom prst="mathMultiply">
                <a:avLst/>
              </a:prstGeom>
              <a:solidFill>
                <a:schemeClr val="bg2">
                  <a:lumMod val="50000"/>
                </a:schemeClr>
              </a:solidFill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화살표: 오른쪽 68">
                <a:extLst>
                  <a:ext uri="{FF2B5EF4-FFF2-40B4-BE49-F238E27FC236}">
                    <a16:creationId xmlns:a16="http://schemas.microsoft.com/office/drawing/2014/main" id="{FBCB6F43-65CF-4532-B362-3077C1AB0469}"/>
                  </a:ext>
                </a:extLst>
              </p:cNvPr>
              <p:cNvSpPr/>
              <p:nvPr/>
            </p:nvSpPr>
            <p:spPr>
              <a:xfrm>
                <a:off x="8507738" y="3193270"/>
                <a:ext cx="478367" cy="325966"/>
              </a:xfrm>
              <a:prstGeom prst="rightArrow">
                <a:avLst/>
              </a:prstGeom>
              <a:solidFill>
                <a:schemeClr val="bg2">
                  <a:lumMod val="50000"/>
                </a:schemeClr>
              </a:solidFill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왼쪽 중괄호 69">
                <a:extLst>
                  <a:ext uri="{FF2B5EF4-FFF2-40B4-BE49-F238E27FC236}">
                    <a16:creationId xmlns:a16="http://schemas.microsoft.com/office/drawing/2014/main" id="{21F21F1F-CCB1-476D-BDDE-AD41512C0A98}"/>
                  </a:ext>
                </a:extLst>
              </p:cNvPr>
              <p:cNvSpPr/>
              <p:nvPr/>
            </p:nvSpPr>
            <p:spPr>
              <a:xfrm rot="16200000">
                <a:off x="10261653" y="3182298"/>
                <a:ext cx="165233" cy="2151907"/>
              </a:xfrm>
              <a:prstGeom prst="leftBrace">
                <a:avLst>
                  <a:gd name="adj1" fmla="val 25108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DA88A50B-8A17-44AA-8FE5-2C702327F130}"/>
                      </a:ext>
                    </a:extLst>
                  </p:cNvPr>
                  <p:cNvSpPr txBox="1"/>
                  <p:nvPr/>
                </p:nvSpPr>
                <p:spPr>
                  <a:xfrm>
                    <a:off x="9307870" y="4463442"/>
                    <a:ext cx="216077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𝑂𝐻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𝑂𝑊</m:t>
                          </m:r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DA88A50B-8A17-44AA-8FE5-2C702327F1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07870" y="4463442"/>
                    <a:ext cx="216077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2" name="왼쪽 중괄호 71">
                <a:extLst>
                  <a:ext uri="{FF2B5EF4-FFF2-40B4-BE49-F238E27FC236}">
                    <a16:creationId xmlns:a16="http://schemas.microsoft.com/office/drawing/2014/main" id="{D75C266A-8F49-4B5F-8704-5E392538258D}"/>
                  </a:ext>
                </a:extLst>
              </p:cNvPr>
              <p:cNvSpPr/>
              <p:nvPr/>
            </p:nvSpPr>
            <p:spPr>
              <a:xfrm rot="10800000">
                <a:off x="11423921" y="2546479"/>
                <a:ext cx="165233" cy="1622126"/>
              </a:xfrm>
              <a:prstGeom prst="leftBrace">
                <a:avLst>
                  <a:gd name="adj1" fmla="val 251080"/>
                  <a:gd name="adj2" fmla="val 50000"/>
                </a:avLst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EFDA8273-DDF8-4F8B-8853-2CCC8A87B6C1}"/>
                      </a:ext>
                    </a:extLst>
                  </p:cNvPr>
                  <p:cNvSpPr txBox="1"/>
                  <p:nvPr/>
                </p:nvSpPr>
                <p:spPr>
                  <a:xfrm>
                    <a:off x="11745279" y="3171587"/>
                    <a:ext cx="28060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ko-KR" altLang="en-US" i="1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EFDA8273-DDF8-4F8B-8853-2CCC8A87B6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45279" y="3171587"/>
                    <a:ext cx="280602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391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FCDB2EF-F491-4B31-A3B6-92B837F7A46D}"/>
                    </a:ext>
                  </a:extLst>
                </p:cNvPr>
                <p:cNvSpPr txBox="1"/>
                <p:nvPr/>
              </p:nvSpPr>
              <p:spPr>
                <a:xfrm>
                  <a:off x="9915618" y="3630054"/>
                  <a:ext cx="1032270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ko-KR" altLang="en-US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FCDB2EF-F491-4B31-A3B6-92B837F7A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618" y="3630054"/>
                  <a:ext cx="1032270" cy="281937"/>
                </a:xfrm>
                <a:prstGeom prst="rect">
                  <a:avLst/>
                </a:prstGeom>
                <a:blipFill>
                  <a:blip r:embed="rId16"/>
                  <a:stretch>
                    <a:fillRect l="-4142" t="-2128" r="-592" b="-85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2503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CBAED-0D17-4DB0-BD5F-21DE68A16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9"/>
            <a:ext cx="9144000" cy="165576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Convolution Redundancy Pattern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840800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Convolution Redundancy Pattern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81" name="표 5">
            <a:extLst>
              <a:ext uri="{FF2B5EF4-FFF2-40B4-BE49-F238E27FC236}">
                <a16:creationId xmlns:a16="http://schemas.microsoft.com/office/drawing/2014/main" id="{CA2B23AA-2019-421B-AA17-F9F695B29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116647"/>
              </p:ext>
            </p:extLst>
          </p:nvPr>
        </p:nvGraphicFramePr>
        <p:xfrm>
          <a:off x="2868391" y="2336116"/>
          <a:ext cx="2520000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</a:tbl>
          </a:graphicData>
        </a:graphic>
      </p:graphicFrame>
      <p:graphicFrame>
        <p:nvGraphicFramePr>
          <p:cNvPr id="82" name="표 5">
            <a:extLst>
              <a:ext uri="{FF2B5EF4-FFF2-40B4-BE49-F238E27FC236}">
                <a16:creationId xmlns:a16="http://schemas.microsoft.com/office/drawing/2014/main" id="{57B5DD10-5061-4A64-AC43-287F06017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443545"/>
              </p:ext>
            </p:extLst>
          </p:nvPr>
        </p:nvGraphicFramePr>
        <p:xfrm>
          <a:off x="6508433" y="2336116"/>
          <a:ext cx="3528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678744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177053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1116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D30C4B-91E3-4A71-8DF7-DDFE7A5F0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733079"/>
              </p:ext>
            </p:extLst>
          </p:nvPr>
        </p:nvGraphicFramePr>
        <p:xfrm>
          <a:off x="6505837" y="1244913"/>
          <a:ext cx="3528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68048290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0986731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55475090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4401882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46662313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7112582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7501012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743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/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Activation </a:t>
                </a:r>
              </a:p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Map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blipFill>
                <a:blip r:embed="rId3"/>
                <a:stretch>
                  <a:fillRect l="-2679" t="-3593" r="-2679" b="-5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E87C1617-9FB6-463D-B672-7CECC360440F}"/>
              </a:ext>
            </a:extLst>
          </p:cNvPr>
          <p:cNvSpPr txBox="1"/>
          <p:nvPr/>
        </p:nvSpPr>
        <p:spPr>
          <a:xfrm>
            <a:off x="3685945" y="1374328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algn="ct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6A9BF8B-EE89-4933-9D92-E4DD2E258B9F}"/>
              </a:ext>
            </a:extLst>
          </p:cNvPr>
          <p:cNvSpPr/>
          <p:nvPr/>
        </p:nvSpPr>
        <p:spPr>
          <a:xfrm>
            <a:off x="3426226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9A5015E-8F2D-489A-BEA3-F01ECBCC9683}"/>
              </a:ext>
            </a:extLst>
          </p:cNvPr>
          <p:cNvSpPr/>
          <p:nvPr/>
        </p:nvSpPr>
        <p:spPr>
          <a:xfrm>
            <a:off x="3964753" y="3036162"/>
            <a:ext cx="327276" cy="270864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7CF892-EC7F-41FF-B1DB-1520AF90A139}"/>
              </a:ext>
            </a:extLst>
          </p:cNvPr>
          <p:cNvSpPr txBox="1"/>
          <p:nvPr/>
        </p:nvSpPr>
        <p:spPr>
          <a:xfrm>
            <a:off x="6684888" y="5398354"/>
            <a:ext cx="3169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Activation Matrix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54DE52-2290-4628-8F6D-C0BA55D394DD}"/>
              </a:ext>
            </a:extLst>
          </p:cNvPr>
          <p:cNvSpPr txBox="1"/>
          <p:nvPr/>
        </p:nvSpPr>
        <p:spPr>
          <a:xfrm>
            <a:off x="6835918" y="804458"/>
            <a:ext cx="2867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Weight Vectors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1E0B27D-578C-4798-B455-86321DFD7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926528"/>
              </p:ext>
            </p:extLst>
          </p:nvPr>
        </p:nvGraphicFramePr>
        <p:xfrm>
          <a:off x="10729250" y="2329319"/>
          <a:ext cx="504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0EC9309C-5832-457E-89E5-EECC9151B262}"/>
              </a:ext>
            </a:extLst>
          </p:cNvPr>
          <p:cNvSpPr txBox="1"/>
          <p:nvPr/>
        </p:nvSpPr>
        <p:spPr>
          <a:xfrm>
            <a:off x="10490571" y="5398354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774747D-2EC3-4103-9BD3-DE2D6A822695}"/>
              </a:ext>
            </a:extLst>
          </p:cNvPr>
          <p:cNvSpPr/>
          <p:nvPr/>
        </p:nvSpPr>
        <p:spPr>
          <a:xfrm>
            <a:off x="3641513" y="2499723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BE1E5D6-CF66-4FF5-B9B0-5B3997E43361}"/>
              </a:ext>
            </a:extLst>
          </p:cNvPr>
          <p:cNvSpPr/>
          <p:nvPr/>
        </p:nvSpPr>
        <p:spPr>
          <a:xfrm>
            <a:off x="6188813" y="2491122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F5BEAE9D-EA6D-4C1D-BCD1-E22876F46399}"/>
              </a:ext>
            </a:extLst>
          </p:cNvPr>
          <p:cNvCxnSpPr>
            <a:cxnSpLocks/>
            <a:stCxn id="92" idx="3"/>
            <a:endCxn id="93" idx="1"/>
          </p:cNvCxnSpPr>
          <p:nvPr/>
        </p:nvCxnSpPr>
        <p:spPr>
          <a:xfrm flipV="1">
            <a:off x="3968204" y="2585782"/>
            <a:ext cx="2220609" cy="86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400DC0C-66B6-4B4A-9CD8-B770D5A2DFB9}"/>
              </a:ext>
            </a:extLst>
          </p:cNvPr>
          <p:cNvSpPr/>
          <p:nvPr/>
        </p:nvSpPr>
        <p:spPr>
          <a:xfrm>
            <a:off x="4198276" y="3950409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904B942-3FF2-4CD7-B64F-CC9776C51F57}"/>
              </a:ext>
            </a:extLst>
          </p:cNvPr>
          <p:cNvSpPr/>
          <p:nvPr/>
        </p:nvSpPr>
        <p:spPr>
          <a:xfrm>
            <a:off x="6168881" y="4526259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E4C2C8FA-E24F-4C6D-B20B-6DED2B10C2B2}"/>
              </a:ext>
            </a:extLst>
          </p:cNvPr>
          <p:cNvCxnSpPr>
            <a:cxnSpLocks/>
            <a:stCxn id="108" idx="3"/>
            <a:endCxn id="110" idx="1"/>
          </p:cNvCxnSpPr>
          <p:nvPr/>
        </p:nvCxnSpPr>
        <p:spPr>
          <a:xfrm>
            <a:off x="4524967" y="4045069"/>
            <a:ext cx="1643914" cy="5758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0C413D60-48BD-4287-83A5-B721064B5178}"/>
              </a:ext>
            </a:extLst>
          </p:cNvPr>
          <p:cNvCxnSpPr>
            <a:cxnSpLocks/>
            <a:stCxn id="87" idx="0"/>
            <a:endCxn id="84" idx="2"/>
          </p:cNvCxnSpPr>
          <p:nvPr/>
        </p:nvCxnSpPr>
        <p:spPr>
          <a:xfrm flipV="1">
            <a:off x="3589572" y="2020659"/>
            <a:ext cx="765787" cy="470463"/>
          </a:xfrm>
          <a:prstGeom prst="line">
            <a:avLst/>
          </a:prstGeom>
          <a:ln w="38100" cap="rnd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F4BE3AC3-1154-4549-93B8-C4458500197C}"/>
              </a:ext>
            </a:extLst>
          </p:cNvPr>
          <p:cNvCxnSpPr>
            <a:cxnSpLocks/>
            <a:stCxn id="88" idx="0"/>
            <a:endCxn id="84" idx="2"/>
          </p:cNvCxnSpPr>
          <p:nvPr/>
        </p:nvCxnSpPr>
        <p:spPr>
          <a:xfrm flipV="1">
            <a:off x="4128391" y="2020659"/>
            <a:ext cx="226968" cy="1015503"/>
          </a:xfrm>
          <a:prstGeom prst="line">
            <a:avLst/>
          </a:prstGeom>
          <a:ln w="38100" cap="rnd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8E96E9A-899B-4936-BE60-2E210A4E7849}"/>
              </a:ext>
            </a:extLst>
          </p:cNvPr>
          <p:cNvSpPr/>
          <p:nvPr/>
        </p:nvSpPr>
        <p:spPr>
          <a:xfrm>
            <a:off x="10048802" y="2577005"/>
            <a:ext cx="230614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310615C-6C1A-40CF-89AE-F4EEA2A56554}"/>
              </a:ext>
            </a:extLst>
          </p:cNvPr>
          <p:cNvSpPr/>
          <p:nvPr/>
        </p:nvSpPr>
        <p:spPr>
          <a:xfrm rot="16200000">
            <a:off x="7654851" y="826083"/>
            <a:ext cx="192562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4D67D11A-6E1D-4416-820B-CA44B07592B8}"/>
              </a:ext>
            </a:extLst>
          </p:cNvPr>
          <p:cNvCxnSpPr>
            <a:cxnSpLocks/>
            <a:stCxn id="144" idx="0"/>
            <a:endCxn id="144" idx="2"/>
          </p:cNvCxnSpPr>
          <p:nvPr/>
        </p:nvCxnSpPr>
        <p:spPr>
          <a:xfrm>
            <a:off x="6732021" y="1845194"/>
            <a:ext cx="2038222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9CAB436-103D-42D3-9691-F8DCB235B38C}"/>
              </a:ext>
            </a:extLst>
          </p:cNvPr>
          <p:cNvCxnSpPr>
            <a:cxnSpLocks/>
            <a:stCxn id="141" idx="2"/>
            <a:endCxn id="141" idx="0"/>
          </p:cNvCxnSpPr>
          <p:nvPr/>
        </p:nvCxnSpPr>
        <p:spPr>
          <a:xfrm flipV="1">
            <a:off x="10164109" y="2577005"/>
            <a:ext cx="0" cy="203822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/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/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85D7F45A-D75A-4726-9798-23FF4EB9D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688841"/>
              </p:ext>
            </p:extLst>
          </p:nvPr>
        </p:nvGraphicFramePr>
        <p:xfrm>
          <a:off x="6209902" y="2333653"/>
          <a:ext cx="276266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66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ED041111-C309-4A15-B210-F1AE82F223B4}"/>
              </a:ext>
            </a:extLst>
          </p:cNvPr>
          <p:cNvGrpSpPr/>
          <p:nvPr/>
        </p:nvGrpSpPr>
        <p:grpSpPr>
          <a:xfrm>
            <a:off x="6506611" y="1242806"/>
            <a:ext cx="509364" cy="3616346"/>
            <a:chOff x="6500473" y="1240616"/>
            <a:chExt cx="509364" cy="3616346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159AAC4A-9FDB-4352-B948-0859D117D9ED}"/>
                </a:ext>
              </a:extLst>
            </p:cNvPr>
            <p:cNvSpPr/>
            <p:nvPr/>
          </p:nvSpPr>
          <p:spPr>
            <a:xfrm>
              <a:off x="6500473" y="1240616"/>
              <a:ext cx="504000" cy="50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93DBE24D-AA36-4EA4-94AF-FE768045F9C5}"/>
                </a:ext>
              </a:extLst>
            </p:cNvPr>
            <p:cNvSpPr/>
            <p:nvPr/>
          </p:nvSpPr>
          <p:spPr>
            <a:xfrm>
              <a:off x="6505837" y="4352962"/>
              <a:ext cx="504000" cy="50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5" name="연결선: 구부러짐 184">
              <a:extLst>
                <a:ext uri="{FF2B5EF4-FFF2-40B4-BE49-F238E27FC236}">
                  <a16:creationId xmlns:a16="http://schemas.microsoft.com/office/drawing/2014/main" id="{E2C7AB1A-35BA-42EE-BB9B-0A9C0D4B4001}"/>
                </a:ext>
              </a:extLst>
            </p:cNvPr>
            <p:cNvCxnSpPr>
              <a:cxnSpLocks/>
              <a:stCxn id="158" idx="6"/>
              <a:endCxn id="163" idx="6"/>
            </p:cNvCxnSpPr>
            <p:nvPr/>
          </p:nvCxnSpPr>
          <p:spPr>
            <a:xfrm>
              <a:off x="7004473" y="1492616"/>
              <a:ext cx="5364" cy="3112346"/>
            </a:xfrm>
            <a:prstGeom prst="curvedConnector3">
              <a:avLst>
                <a:gd name="adj1" fmla="val 4361745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897FCAF2-35A4-4171-BA08-1C4A1F66EB41}"/>
              </a:ext>
            </a:extLst>
          </p:cNvPr>
          <p:cNvGrpSpPr/>
          <p:nvPr/>
        </p:nvGrpSpPr>
        <p:grpSpPr>
          <a:xfrm>
            <a:off x="8532135" y="1244913"/>
            <a:ext cx="516700" cy="1608366"/>
            <a:chOff x="8518243" y="1244913"/>
            <a:chExt cx="516700" cy="1608366"/>
          </a:xfrm>
        </p:grpSpPr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6A5C0C03-DAD7-475D-AFDB-70188798CDD8}"/>
                </a:ext>
              </a:extLst>
            </p:cNvPr>
            <p:cNvSpPr/>
            <p:nvPr/>
          </p:nvSpPr>
          <p:spPr>
            <a:xfrm>
              <a:off x="8518243" y="1244913"/>
              <a:ext cx="504000" cy="50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17BF8788-2242-483D-8DC1-4AF65A00F537}"/>
                </a:ext>
              </a:extLst>
            </p:cNvPr>
            <p:cNvSpPr/>
            <p:nvPr/>
          </p:nvSpPr>
          <p:spPr>
            <a:xfrm>
              <a:off x="8518243" y="2349279"/>
              <a:ext cx="504000" cy="504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2" name="연결선: 구부러짐 191">
              <a:extLst>
                <a:ext uri="{FF2B5EF4-FFF2-40B4-BE49-F238E27FC236}">
                  <a16:creationId xmlns:a16="http://schemas.microsoft.com/office/drawing/2014/main" id="{C69B2BE6-41FD-47D2-8E9B-22804FADC489}"/>
                </a:ext>
              </a:extLst>
            </p:cNvPr>
            <p:cNvCxnSpPr>
              <a:cxnSpLocks/>
              <a:stCxn id="160" idx="6"/>
              <a:endCxn id="162" idx="6"/>
            </p:cNvCxnSpPr>
            <p:nvPr/>
          </p:nvCxnSpPr>
          <p:spPr>
            <a:xfrm>
              <a:off x="9022243" y="1496913"/>
              <a:ext cx="12700" cy="1104366"/>
            </a:xfrm>
            <a:prstGeom prst="curvedConnector3">
              <a:avLst>
                <a:gd name="adj1" fmla="val 1800000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7" name="표 5">
            <a:extLst>
              <a:ext uri="{FF2B5EF4-FFF2-40B4-BE49-F238E27FC236}">
                <a16:creationId xmlns:a16="http://schemas.microsoft.com/office/drawing/2014/main" id="{09F425B7-B0E0-4B25-B765-C2DBD813D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70688"/>
              </p:ext>
            </p:extLst>
          </p:nvPr>
        </p:nvGraphicFramePr>
        <p:xfrm>
          <a:off x="740569" y="2843153"/>
          <a:ext cx="151200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2F7C1DE4-6D13-48AA-A511-0477159BF6B3}"/>
                  </a:ext>
                </a:extLst>
              </p:cNvPr>
              <p:cNvSpPr txBox="1"/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Filter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2F7C1DE4-6D13-48AA-A511-0477159BF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blipFill>
                <a:blip r:embed="rId6"/>
                <a:stretch>
                  <a:fillRect l="-4089" t="-5172" r="-3717" b="-94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0D4BF25A-5CBA-4D0B-9CF8-30B7FD770E83}"/>
              </a:ext>
            </a:extLst>
          </p:cNvPr>
          <p:cNvSpPr/>
          <p:nvPr/>
        </p:nvSpPr>
        <p:spPr>
          <a:xfrm rot="16200000">
            <a:off x="1151594" y="3953448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044FA168-B623-487F-B8DF-6F9D17963E03}"/>
              </a:ext>
            </a:extLst>
          </p:cNvPr>
          <p:cNvCxnSpPr>
            <a:cxnSpLocks/>
            <a:stCxn id="212" idx="0"/>
            <a:endCxn id="212" idx="2"/>
          </p:cNvCxnSpPr>
          <p:nvPr/>
        </p:nvCxnSpPr>
        <p:spPr>
          <a:xfrm>
            <a:off x="740569" y="4460755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3A54877-AA0A-4F9E-8301-2BCDAE082385}"/>
                  </a:ext>
                </a:extLst>
              </p:cNvPr>
              <p:cNvSpPr txBox="1"/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3A54877-AA0A-4F9E-8301-2BCDAE082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B2BC793A-6914-4464-AC47-EC53576A9D9C}"/>
              </a:ext>
            </a:extLst>
          </p:cNvPr>
          <p:cNvSpPr/>
          <p:nvPr/>
        </p:nvSpPr>
        <p:spPr>
          <a:xfrm>
            <a:off x="508864" y="2824999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E189F905-3E6D-4FB8-8BCB-C7DCBB1F22D2}"/>
              </a:ext>
            </a:extLst>
          </p:cNvPr>
          <p:cNvCxnSpPr>
            <a:cxnSpLocks/>
            <a:stCxn id="217" idx="0"/>
            <a:endCxn id="217" idx="2"/>
          </p:cNvCxnSpPr>
          <p:nvPr/>
        </p:nvCxnSpPr>
        <p:spPr>
          <a:xfrm>
            <a:off x="605145" y="2824999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DE65DB4E-6BF7-416E-9F1A-11A02E7F1D36}"/>
                  </a:ext>
                </a:extLst>
              </p:cNvPr>
              <p:cNvSpPr txBox="1"/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DE65DB4E-6BF7-416E-9F1A-11A02E7F1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8FED95D9-F91E-4B25-87C2-2D156C8F9716}"/>
              </a:ext>
            </a:extLst>
          </p:cNvPr>
          <p:cNvSpPr/>
          <p:nvPr/>
        </p:nvSpPr>
        <p:spPr>
          <a:xfrm rot="16200000">
            <a:off x="1400290" y="1942730"/>
            <a:ext cx="192562" cy="1512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E8B7249-7D12-4127-8C5C-E869541E2016}"/>
              </a:ext>
            </a:extLst>
          </p:cNvPr>
          <p:cNvCxnSpPr>
            <a:cxnSpLocks/>
            <a:stCxn id="221" idx="0"/>
            <a:endCxn id="221" idx="2"/>
          </p:cNvCxnSpPr>
          <p:nvPr/>
        </p:nvCxnSpPr>
        <p:spPr>
          <a:xfrm flipV="1">
            <a:off x="740571" y="2698730"/>
            <a:ext cx="1512001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D3696BC3-C0FA-4D57-8F44-196EC5996706}"/>
                  </a:ext>
                </a:extLst>
              </p:cNvPr>
              <p:cNvSpPr txBox="1"/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𝑭𝑾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D3696BC3-C0FA-4D57-8F44-196EC5996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C3E59D68-BFBC-45E0-86FC-5ADFFBFD4782}"/>
              </a:ext>
            </a:extLst>
          </p:cNvPr>
          <p:cNvSpPr/>
          <p:nvPr/>
        </p:nvSpPr>
        <p:spPr>
          <a:xfrm>
            <a:off x="2629065" y="2831005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8669D399-5892-4FFF-8AE7-1511905B9F59}"/>
              </a:ext>
            </a:extLst>
          </p:cNvPr>
          <p:cNvCxnSpPr>
            <a:cxnSpLocks/>
            <a:stCxn id="224" idx="0"/>
            <a:endCxn id="224" idx="2"/>
          </p:cNvCxnSpPr>
          <p:nvPr/>
        </p:nvCxnSpPr>
        <p:spPr>
          <a:xfrm>
            <a:off x="2725346" y="2831005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46B312B1-F37F-495B-B0C1-9CCF85A312D6}"/>
                  </a:ext>
                </a:extLst>
              </p:cNvPr>
              <p:cNvSpPr txBox="1"/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46B312B1-F37F-495B-B0C1-9CCF85A3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F2A57ED7-1BE4-4FC3-85C2-4011DAE429F6}"/>
              </a:ext>
            </a:extLst>
          </p:cNvPr>
          <p:cNvSpPr/>
          <p:nvPr/>
        </p:nvSpPr>
        <p:spPr>
          <a:xfrm rot="16200000">
            <a:off x="3271795" y="3959454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8A8D507D-E28D-431B-93FB-8A0075AFC06E}"/>
              </a:ext>
            </a:extLst>
          </p:cNvPr>
          <p:cNvCxnSpPr>
            <a:cxnSpLocks/>
            <a:stCxn id="227" idx="0"/>
            <a:endCxn id="227" idx="2"/>
          </p:cNvCxnSpPr>
          <p:nvPr/>
        </p:nvCxnSpPr>
        <p:spPr>
          <a:xfrm>
            <a:off x="2860770" y="4466761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3350802-6FB2-470C-9D26-6FEDF9E834A6}"/>
                  </a:ext>
                </a:extLst>
              </p:cNvPr>
              <p:cNvSpPr txBox="1"/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3350802-6FB2-470C-9D26-6FEDF9E83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blipFill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6FDD37A4-3F45-4A56-A4BD-E1AB08F65DFB}"/>
              </a:ext>
            </a:extLst>
          </p:cNvPr>
          <p:cNvSpPr/>
          <p:nvPr/>
        </p:nvSpPr>
        <p:spPr>
          <a:xfrm>
            <a:off x="2870376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E6DB363-82FD-4F44-95F7-9820429E36B6}"/>
              </a:ext>
            </a:extLst>
          </p:cNvPr>
          <p:cNvSpPr/>
          <p:nvPr/>
        </p:nvSpPr>
        <p:spPr>
          <a:xfrm>
            <a:off x="3372543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238" name="연결선: 구부러짐 237">
            <a:extLst>
              <a:ext uri="{FF2B5EF4-FFF2-40B4-BE49-F238E27FC236}">
                <a16:creationId xmlns:a16="http://schemas.microsoft.com/office/drawing/2014/main" id="{3EDA3DE2-4FCE-4C41-99D2-FC0BABD5043D}"/>
              </a:ext>
            </a:extLst>
          </p:cNvPr>
          <p:cNvCxnSpPr>
            <a:cxnSpLocks/>
            <a:stCxn id="236" idx="2"/>
            <a:endCxn id="237" idx="2"/>
          </p:cNvCxnSpPr>
          <p:nvPr/>
        </p:nvCxnSpPr>
        <p:spPr>
          <a:xfrm rot="16200000" flipH="1">
            <a:off x="3359392" y="3588322"/>
            <a:ext cx="12700" cy="502167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D965701D-8148-47F1-839B-C3BA92928D08}"/>
                  </a:ext>
                </a:extLst>
              </p:cNvPr>
              <p:cNvSpPr txBox="1"/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D965701D-8148-47F1-839B-C3BA92928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38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3" grpId="0" animBg="1"/>
      <p:bldP spid="110" grpId="0" animBg="1"/>
      <p:bldP spid="141" grpId="0" animBg="1"/>
      <p:bldP spid="144" grpId="0" animBg="1"/>
      <p:bldP spid="154" grpId="0"/>
      <p:bldP spid="1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Convolution Redundancy Pattern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20F7681-9864-4A9B-959C-194A3962D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2595"/>
              </p:ext>
            </p:extLst>
          </p:nvPr>
        </p:nvGraphicFramePr>
        <p:xfrm>
          <a:off x="740569" y="2843153"/>
          <a:ext cx="151200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</a:tbl>
          </a:graphicData>
        </a:graphic>
      </p:graphicFrame>
      <p:graphicFrame>
        <p:nvGraphicFramePr>
          <p:cNvPr id="81" name="표 5">
            <a:extLst>
              <a:ext uri="{FF2B5EF4-FFF2-40B4-BE49-F238E27FC236}">
                <a16:creationId xmlns:a16="http://schemas.microsoft.com/office/drawing/2014/main" id="{CA2B23AA-2019-421B-AA17-F9F695B29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826801"/>
              </p:ext>
            </p:extLst>
          </p:nvPr>
        </p:nvGraphicFramePr>
        <p:xfrm>
          <a:off x="2868391" y="2336116"/>
          <a:ext cx="2520000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</a:tbl>
          </a:graphicData>
        </a:graphic>
      </p:graphicFrame>
      <p:graphicFrame>
        <p:nvGraphicFramePr>
          <p:cNvPr id="82" name="표 5">
            <a:extLst>
              <a:ext uri="{FF2B5EF4-FFF2-40B4-BE49-F238E27FC236}">
                <a16:creationId xmlns:a16="http://schemas.microsoft.com/office/drawing/2014/main" id="{57B5DD10-5061-4A64-AC43-287F06017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457412"/>
              </p:ext>
            </p:extLst>
          </p:nvPr>
        </p:nvGraphicFramePr>
        <p:xfrm>
          <a:off x="6508433" y="2336116"/>
          <a:ext cx="3528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678744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177053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1116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D30C4B-91E3-4A71-8DF7-DDFE7A5F0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34044"/>
              </p:ext>
            </p:extLst>
          </p:nvPr>
        </p:nvGraphicFramePr>
        <p:xfrm>
          <a:off x="6505837" y="1244913"/>
          <a:ext cx="3528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68048290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0986731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55475090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4401882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46662313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7112582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7501012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743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948E10-DED6-4EF6-833D-62349BE5D30C}"/>
                  </a:ext>
                </a:extLst>
              </p:cNvPr>
              <p:cNvSpPr txBox="1"/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Filter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948E10-DED6-4EF6-833D-62349BE5D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blipFill>
                <a:blip r:embed="rId3"/>
                <a:stretch>
                  <a:fillRect l="-4089" t="-5172" r="-3717" b="-94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/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Activation </a:t>
                </a:r>
              </a:p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Map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blipFill>
                <a:blip r:embed="rId4"/>
                <a:stretch>
                  <a:fillRect l="-2679" t="-3593" r="-2679" b="-5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직사각형 86">
            <a:extLst>
              <a:ext uri="{FF2B5EF4-FFF2-40B4-BE49-F238E27FC236}">
                <a16:creationId xmlns:a16="http://schemas.microsoft.com/office/drawing/2014/main" id="{F6A9BF8B-EE89-4933-9D92-E4DD2E258B9F}"/>
              </a:ext>
            </a:extLst>
          </p:cNvPr>
          <p:cNvSpPr/>
          <p:nvPr/>
        </p:nvSpPr>
        <p:spPr>
          <a:xfrm>
            <a:off x="3426226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9A5015E-8F2D-489A-BEA3-F01ECBCC9683}"/>
              </a:ext>
            </a:extLst>
          </p:cNvPr>
          <p:cNvSpPr/>
          <p:nvPr/>
        </p:nvSpPr>
        <p:spPr>
          <a:xfrm>
            <a:off x="3964753" y="3036162"/>
            <a:ext cx="327276" cy="270864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7CF892-EC7F-41FF-B1DB-1520AF90A139}"/>
              </a:ext>
            </a:extLst>
          </p:cNvPr>
          <p:cNvSpPr txBox="1"/>
          <p:nvPr/>
        </p:nvSpPr>
        <p:spPr>
          <a:xfrm>
            <a:off x="6684888" y="5398354"/>
            <a:ext cx="3169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Activation Matrix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54DE52-2290-4628-8F6D-C0BA55D394DD}"/>
              </a:ext>
            </a:extLst>
          </p:cNvPr>
          <p:cNvSpPr txBox="1"/>
          <p:nvPr/>
        </p:nvSpPr>
        <p:spPr>
          <a:xfrm>
            <a:off x="6835918" y="804458"/>
            <a:ext cx="2867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Weight Vectors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1E0B27D-578C-4798-B455-86321DFD7F6F}"/>
              </a:ext>
            </a:extLst>
          </p:cNvPr>
          <p:cNvGraphicFramePr>
            <a:graphicFrameLocks noGrp="1"/>
          </p:cNvGraphicFramePr>
          <p:nvPr/>
        </p:nvGraphicFramePr>
        <p:xfrm>
          <a:off x="10729250" y="2329319"/>
          <a:ext cx="504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0EC9309C-5832-457E-89E5-EECC9151B262}"/>
              </a:ext>
            </a:extLst>
          </p:cNvPr>
          <p:cNvSpPr txBox="1"/>
          <p:nvPr/>
        </p:nvSpPr>
        <p:spPr>
          <a:xfrm>
            <a:off x="10490571" y="5398354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774747D-2EC3-4103-9BD3-DE2D6A822695}"/>
              </a:ext>
            </a:extLst>
          </p:cNvPr>
          <p:cNvSpPr/>
          <p:nvPr/>
        </p:nvSpPr>
        <p:spPr>
          <a:xfrm>
            <a:off x="4028668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BE1E5D6-CF66-4FF5-B9B0-5B3997E43361}"/>
              </a:ext>
            </a:extLst>
          </p:cNvPr>
          <p:cNvSpPr/>
          <p:nvPr/>
        </p:nvSpPr>
        <p:spPr>
          <a:xfrm>
            <a:off x="6188813" y="2491122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400DC0C-66B6-4B4A-9CD8-B770D5A2DFB9}"/>
              </a:ext>
            </a:extLst>
          </p:cNvPr>
          <p:cNvSpPr/>
          <p:nvPr/>
        </p:nvSpPr>
        <p:spPr>
          <a:xfrm>
            <a:off x="4556841" y="3990346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904B942-3FF2-4CD7-B64F-CC9776C51F57}"/>
              </a:ext>
            </a:extLst>
          </p:cNvPr>
          <p:cNvSpPr/>
          <p:nvPr/>
        </p:nvSpPr>
        <p:spPr>
          <a:xfrm>
            <a:off x="6168881" y="4526259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8E96E9A-899B-4936-BE60-2E210A4E7849}"/>
              </a:ext>
            </a:extLst>
          </p:cNvPr>
          <p:cNvSpPr/>
          <p:nvPr/>
        </p:nvSpPr>
        <p:spPr>
          <a:xfrm>
            <a:off x="10048802" y="2577005"/>
            <a:ext cx="230614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310615C-6C1A-40CF-89AE-F4EEA2A56554}"/>
              </a:ext>
            </a:extLst>
          </p:cNvPr>
          <p:cNvSpPr/>
          <p:nvPr/>
        </p:nvSpPr>
        <p:spPr>
          <a:xfrm rot="16200000">
            <a:off x="7654851" y="826083"/>
            <a:ext cx="192562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4D67D11A-6E1D-4416-820B-CA44B07592B8}"/>
              </a:ext>
            </a:extLst>
          </p:cNvPr>
          <p:cNvCxnSpPr>
            <a:cxnSpLocks/>
            <a:stCxn id="144" idx="0"/>
            <a:endCxn id="144" idx="2"/>
          </p:cNvCxnSpPr>
          <p:nvPr/>
        </p:nvCxnSpPr>
        <p:spPr>
          <a:xfrm>
            <a:off x="6732021" y="1845194"/>
            <a:ext cx="2038222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9CAB436-103D-42D3-9691-F8DCB235B38C}"/>
              </a:ext>
            </a:extLst>
          </p:cNvPr>
          <p:cNvCxnSpPr>
            <a:cxnSpLocks/>
            <a:stCxn id="141" idx="2"/>
            <a:endCxn id="141" idx="0"/>
          </p:cNvCxnSpPr>
          <p:nvPr/>
        </p:nvCxnSpPr>
        <p:spPr>
          <a:xfrm flipV="1">
            <a:off x="10164109" y="2577005"/>
            <a:ext cx="0" cy="203822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/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/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85D7F45A-D75A-4726-9798-23FF4EB9D47C}"/>
              </a:ext>
            </a:extLst>
          </p:cNvPr>
          <p:cNvGraphicFramePr>
            <a:graphicFrameLocks noGrp="1"/>
          </p:cNvGraphicFramePr>
          <p:nvPr/>
        </p:nvGraphicFramePr>
        <p:xfrm>
          <a:off x="6209902" y="2333653"/>
          <a:ext cx="276266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66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42" name="타원 41">
            <a:extLst>
              <a:ext uri="{FF2B5EF4-FFF2-40B4-BE49-F238E27FC236}">
                <a16:creationId xmlns:a16="http://schemas.microsoft.com/office/drawing/2014/main" id="{96B74C6E-6F71-4508-A0C7-F92E5C0D1710}"/>
              </a:ext>
            </a:extLst>
          </p:cNvPr>
          <p:cNvSpPr/>
          <p:nvPr/>
        </p:nvSpPr>
        <p:spPr>
          <a:xfrm>
            <a:off x="7525039" y="1833263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081FD2-A856-4698-98E3-9C5606AD5E38}"/>
              </a:ext>
            </a:extLst>
          </p:cNvPr>
          <p:cNvSpPr/>
          <p:nvPr/>
        </p:nvSpPr>
        <p:spPr>
          <a:xfrm>
            <a:off x="508864" y="2824999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F5181A9-3AD2-44F1-9948-1E93038ADB6A}"/>
              </a:ext>
            </a:extLst>
          </p:cNvPr>
          <p:cNvCxnSpPr>
            <a:cxnSpLocks/>
            <a:stCxn id="43" idx="0"/>
            <a:endCxn id="43" idx="2"/>
          </p:cNvCxnSpPr>
          <p:nvPr/>
        </p:nvCxnSpPr>
        <p:spPr>
          <a:xfrm>
            <a:off x="605145" y="2824999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3452FF-AFEA-47E8-91A5-24597BE57C1D}"/>
                  </a:ext>
                </a:extLst>
              </p:cNvPr>
              <p:cNvSpPr txBox="1"/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3452FF-AFEA-47E8-91A5-24597BE5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직사각형 49">
            <a:extLst>
              <a:ext uri="{FF2B5EF4-FFF2-40B4-BE49-F238E27FC236}">
                <a16:creationId xmlns:a16="http://schemas.microsoft.com/office/drawing/2014/main" id="{FB2676B1-4BAE-49F0-9568-6EDE8D49B136}"/>
              </a:ext>
            </a:extLst>
          </p:cNvPr>
          <p:cNvSpPr/>
          <p:nvPr/>
        </p:nvSpPr>
        <p:spPr>
          <a:xfrm rot="16200000">
            <a:off x="1151594" y="3953448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36ACAE1-76BD-4069-A413-876AD1864801}"/>
              </a:ext>
            </a:extLst>
          </p:cNvPr>
          <p:cNvCxnSpPr>
            <a:cxnSpLocks/>
            <a:stCxn id="50" idx="0"/>
            <a:endCxn id="50" idx="2"/>
          </p:cNvCxnSpPr>
          <p:nvPr/>
        </p:nvCxnSpPr>
        <p:spPr>
          <a:xfrm>
            <a:off x="740569" y="4460755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992A-7658-416C-AAFC-26F6354746FD}"/>
                  </a:ext>
                </a:extLst>
              </p:cNvPr>
              <p:cNvSpPr txBox="1"/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992A-7658-416C-AAFC-26F63547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타원 55">
            <a:extLst>
              <a:ext uri="{FF2B5EF4-FFF2-40B4-BE49-F238E27FC236}">
                <a16:creationId xmlns:a16="http://schemas.microsoft.com/office/drawing/2014/main" id="{FC12709B-FD4F-4BA4-A70C-18E1696507AB}"/>
              </a:ext>
            </a:extLst>
          </p:cNvPr>
          <p:cNvSpPr/>
          <p:nvPr/>
        </p:nvSpPr>
        <p:spPr>
          <a:xfrm>
            <a:off x="1064049" y="4503304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9E5F201-BDEF-46D7-B689-82E1916A7BF7}"/>
              </a:ext>
            </a:extLst>
          </p:cNvPr>
          <p:cNvSpPr/>
          <p:nvPr/>
        </p:nvSpPr>
        <p:spPr>
          <a:xfrm>
            <a:off x="195341" y="3220534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619E6EC-CBFE-480F-B7D4-9FD7232A61EA}"/>
              </a:ext>
            </a:extLst>
          </p:cNvPr>
          <p:cNvSpPr/>
          <p:nvPr/>
        </p:nvSpPr>
        <p:spPr>
          <a:xfrm rot="16200000">
            <a:off x="1400290" y="1942730"/>
            <a:ext cx="192562" cy="1512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07A46E5-EECF-4108-895D-6CBBB5982DEC}"/>
              </a:ext>
            </a:extLst>
          </p:cNvPr>
          <p:cNvCxnSpPr>
            <a:cxnSpLocks/>
            <a:stCxn id="60" idx="0"/>
            <a:endCxn id="60" idx="2"/>
          </p:cNvCxnSpPr>
          <p:nvPr/>
        </p:nvCxnSpPr>
        <p:spPr>
          <a:xfrm flipV="1">
            <a:off x="740571" y="2698730"/>
            <a:ext cx="1512001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ED330A-0DBE-426E-903E-DB01F2BB3745}"/>
                  </a:ext>
                </a:extLst>
              </p:cNvPr>
              <p:cNvSpPr txBox="1"/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𝑭𝑾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ED330A-0DBE-426E-903E-DB01F2BB3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직사각형 66">
            <a:extLst>
              <a:ext uri="{FF2B5EF4-FFF2-40B4-BE49-F238E27FC236}">
                <a16:creationId xmlns:a16="http://schemas.microsoft.com/office/drawing/2014/main" id="{2D9D32E3-79BD-41EF-BB2F-1844E40FFB50}"/>
              </a:ext>
            </a:extLst>
          </p:cNvPr>
          <p:cNvSpPr/>
          <p:nvPr/>
        </p:nvSpPr>
        <p:spPr>
          <a:xfrm>
            <a:off x="2629065" y="2831005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133E916-E02B-4D60-B6EC-7C6FAA6689D8}"/>
              </a:ext>
            </a:extLst>
          </p:cNvPr>
          <p:cNvCxnSpPr>
            <a:cxnSpLocks/>
            <a:stCxn id="67" idx="0"/>
            <a:endCxn id="67" idx="2"/>
          </p:cNvCxnSpPr>
          <p:nvPr/>
        </p:nvCxnSpPr>
        <p:spPr>
          <a:xfrm>
            <a:off x="2725346" y="2831005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D51055-3843-40CA-821D-BB3E0E528261}"/>
                  </a:ext>
                </a:extLst>
              </p:cNvPr>
              <p:cNvSpPr txBox="1"/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D51055-3843-40CA-821D-BB3E0E52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직사각형 69">
            <a:extLst>
              <a:ext uri="{FF2B5EF4-FFF2-40B4-BE49-F238E27FC236}">
                <a16:creationId xmlns:a16="http://schemas.microsoft.com/office/drawing/2014/main" id="{9B7C935B-8BEA-4C8D-BD0F-24FF16875129}"/>
              </a:ext>
            </a:extLst>
          </p:cNvPr>
          <p:cNvSpPr/>
          <p:nvPr/>
        </p:nvSpPr>
        <p:spPr>
          <a:xfrm rot="16200000">
            <a:off x="3271795" y="3959454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F050DF8-FEB1-487F-B25E-EC8993DF56D1}"/>
              </a:ext>
            </a:extLst>
          </p:cNvPr>
          <p:cNvCxnSpPr>
            <a:cxnSpLocks/>
            <a:stCxn id="70" idx="0"/>
            <a:endCxn id="70" idx="2"/>
          </p:cNvCxnSpPr>
          <p:nvPr/>
        </p:nvCxnSpPr>
        <p:spPr>
          <a:xfrm>
            <a:off x="2860770" y="4466761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848CD20-1354-42AA-8404-6681D972977F}"/>
                  </a:ext>
                </a:extLst>
              </p:cNvPr>
              <p:cNvSpPr txBox="1"/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848CD20-1354-42AA-8404-6681D9729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blipFill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직사각형 78">
            <a:extLst>
              <a:ext uri="{FF2B5EF4-FFF2-40B4-BE49-F238E27FC236}">
                <a16:creationId xmlns:a16="http://schemas.microsoft.com/office/drawing/2014/main" id="{04936D82-BA46-497E-9E5A-D9DB563BC437}"/>
              </a:ext>
            </a:extLst>
          </p:cNvPr>
          <p:cNvSpPr/>
          <p:nvPr/>
        </p:nvSpPr>
        <p:spPr>
          <a:xfrm>
            <a:off x="2870376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04726AA-0607-4647-87F4-1BA9DE9A5094}"/>
              </a:ext>
            </a:extLst>
          </p:cNvPr>
          <p:cNvSpPr/>
          <p:nvPr/>
        </p:nvSpPr>
        <p:spPr>
          <a:xfrm>
            <a:off x="3372543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id="{F30E3F6D-6444-4705-9F47-147D102539A7}"/>
              </a:ext>
            </a:extLst>
          </p:cNvPr>
          <p:cNvCxnSpPr>
            <a:cxnSpLocks/>
            <a:stCxn id="79" idx="2"/>
            <a:endCxn id="80" idx="2"/>
          </p:cNvCxnSpPr>
          <p:nvPr/>
        </p:nvCxnSpPr>
        <p:spPr>
          <a:xfrm rot="16200000" flipH="1">
            <a:off x="3359392" y="3588322"/>
            <a:ext cx="12700" cy="502167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A8A69DD-805D-41EC-AC72-0B57FCF7A36D}"/>
                  </a:ext>
                </a:extLst>
              </p:cNvPr>
              <p:cNvSpPr txBox="1"/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A8A69DD-805D-41EC-AC72-0B57FCF7A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31D7022-088A-4E8D-AC53-3E04AE570BAE}"/>
                  </a:ext>
                </a:extLst>
              </p:cNvPr>
              <p:cNvSpPr txBox="1"/>
              <p:nvPr/>
            </p:nvSpPr>
            <p:spPr>
              <a:xfrm>
                <a:off x="224530" y="903882"/>
                <a:ext cx="26309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𝑭𝑾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31D7022-088A-4E8D-AC53-3E04AE57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0" y="903882"/>
                <a:ext cx="2630977" cy="369332"/>
              </a:xfrm>
              <a:prstGeom prst="rect">
                <a:avLst/>
              </a:prstGeom>
              <a:blipFill>
                <a:blip r:embed="rId13"/>
                <a:stretch>
                  <a:fillRect l="-1856" r="-232" b="-196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88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Convolution Redundancy Pattern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20F7681-9864-4A9B-959C-194A3962D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800061"/>
              </p:ext>
            </p:extLst>
          </p:nvPr>
        </p:nvGraphicFramePr>
        <p:xfrm>
          <a:off x="740569" y="2843153"/>
          <a:ext cx="151200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</a:tbl>
          </a:graphicData>
        </a:graphic>
      </p:graphicFrame>
      <p:graphicFrame>
        <p:nvGraphicFramePr>
          <p:cNvPr id="81" name="표 5">
            <a:extLst>
              <a:ext uri="{FF2B5EF4-FFF2-40B4-BE49-F238E27FC236}">
                <a16:creationId xmlns:a16="http://schemas.microsoft.com/office/drawing/2014/main" id="{CA2B23AA-2019-421B-AA17-F9F695B29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82998"/>
              </p:ext>
            </p:extLst>
          </p:nvPr>
        </p:nvGraphicFramePr>
        <p:xfrm>
          <a:off x="2868391" y="2336116"/>
          <a:ext cx="2520000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</a:tbl>
          </a:graphicData>
        </a:graphic>
      </p:graphicFrame>
      <p:graphicFrame>
        <p:nvGraphicFramePr>
          <p:cNvPr id="82" name="표 5">
            <a:extLst>
              <a:ext uri="{FF2B5EF4-FFF2-40B4-BE49-F238E27FC236}">
                <a16:creationId xmlns:a16="http://schemas.microsoft.com/office/drawing/2014/main" id="{57B5DD10-5061-4A64-AC43-287F06017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00714"/>
              </p:ext>
            </p:extLst>
          </p:nvPr>
        </p:nvGraphicFramePr>
        <p:xfrm>
          <a:off x="6508433" y="2336116"/>
          <a:ext cx="3528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678744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177053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1116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D30C4B-91E3-4A71-8DF7-DDFE7A5F0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88414"/>
              </p:ext>
            </p:extLst>
          </p:nvPr>
        </p:nvGraphicFramePr>
        <p:xfrm>
          <a:off x="6505837" y="1244913"/>
          <a:ext cx="3528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68048290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0986731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55475090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4401882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46662313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7112582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7501012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743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948E10-DED6-4EF6-833D-62349BE5D30C}"/>
                  </a:ext>
                </a:extLst>
              </p:cNvPr>
              <p:cNvSpPr txBox="1"/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Filter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948E10-DED6-4EF6-833D-62349BE5D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blipFill>
                <a:blip r:embed="rId3"/>
                <a:stretch>
                  <a:fillRect l="-4089" t="-5172" r="-3717" b="-94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/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Activation </a:t>
                </a:r>
              </a:p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Map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blipFill>
                <a:blip r:embed="rId4"/>
                <a:stretch>
                  <a:fillRect l="-2679" t="-3593" r="-2679" b="-5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직사각형 86">
            <a:extLst>
              <a:ext uri="{FF2B5EF4-FFF2-40B4-BE49-F238E27FC236}">
                <a16:creationId xmlns:a16="http://schemas.microsoft.com/office/drawing/2014/main" id="{F6A9BF8B-EE89-4933-9D92-E4DD2E258B9F}"/>
              </a:ext>
            </a:extLst>
          </p:cNvPr>
          <p:cNvSpPr/>
          <p:nvPr/>
        </p:nvSpPr>
        <p:spPr>
          <a:xfrm>
            <a:off x="3426226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9A5015E-8F2D-489A-BEA3-F01ECBCC9683}"/>
              </a:ext>
            </a:extLst>
          </p:cNvPr>
          <p:cNvSpPr/>
          <p:nvPr/>
        </p:nvSpPr>
        <p:spPr>
          <a:xfrm>
            <a:off x="3964753" y="3036162"/>
            <a:ext cx="327276" cy="270864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7CF892-EC7F-41FF-B1DB-1520AF90A139}"/>
              </a:ext>
            </a:extLst>
          </p:cNvPr>
          <p:cNvSpPr txBox="1"/>
          <p:nvPr/>
        </p:nvSpPr>
        <p:spPr>
          <a:xfrm>
            <a:off x="6684888" y="5398354"/>
            <a:ext cx="3169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Activation Matrix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54DE52-2290-4628-8F6D-C0BA55D394DD}"/>
              </a:ext>
            </a:extLst>
          </p:cNvPr>
          <p:cNvSpPr txBox="1"/>
          <p:nvPr/>
        </p:nvSpPr>
        <p:spPr>
          <a:xfrm>
            <a:off x="6835918" y="804458"/>
            <a:ext cx="2867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Weight Vectors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1E0B27D-578C-4798-B455-86321DFD7F6F}"/>
              </a:ext>
            </a:extLst>
          </p:cNvPr>
          <p:cNvGraphicFramePr>
            <a:graphicFrameLocks noGrp="1"/>
          </p:cNvGraphicFramePr>
          <p:nvPr/>
        </p:nvGraphicFramePr>
        <p:xfrm>
          <a:off x="10729250" y="2329319"/>
          <a:ext cx="504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0EC9309C-5832-457E-89E5-EECC9151B262}"/>
              </a:ext>
            </a:extLst>
          </p:cNvPr>
          <p:cNvSpPr txBox="1"/>
          <p:nvPr/>
        </p:nvSpPr>
        <p:spPr>
          <a:xfrm>
            <a:off x="10490571" y="5398354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774747D-2EC3-4103-9BD3-DE2D6A822695}"/>
              </a:ext>
            </a:extLst>
          </p:cNvPr>
          <p:cNvSpPr/>
          <p:nvPr/>
        </p:nvSpPr>
        <p:spPr>
          <a:xfrm>
            <a:off x="4028668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BE1E5D6-CF66-4FF5-B9B0-5B3997E43361}"/>
              </a:ext>
            </a:extLst>
          </p:cNvPr>
          <p:cNvSpPr/>
          <p:nvPr/>
        </p:nvSpPr>
        <p:spPr>
          <a:xfrm>
            <a:off x="6188813" y="2491122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400DC0C-66B6-4B4A-9CD8-B770D5A2DFB9}"/>
              </a:ext>
            </a:extLst>
          </p:cNvPr>
          <p:cNvSpPr/>
          <p:nvPr/>
        </p:nvSpPr>
        <p:spPr>
          <a:xfrm>
            <a:off x="4556841" y="3990346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904B942-3FF2-4CD7-B64F-CC9776C51F57}"/>
              </a:ext>
            </a:extLst>
          </p:cNvPr>
          <p:cNvSpPr/>
          <p:nvPr/>
        </p:nvSpPr>
        <p:spPr>
          <a:xfrm>
            <a:off x="6168881" y="4526259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8E96E9A-899B-4936-BE60-2E210A4E7849}"/>
              </a:ext>
            </a:extLst>
          </p:cNvPr>
          <p:cNvSpPr/>
          <p:nvPr/>
        </p:nvSpPr>
        <p:spPr>
          <a:xfrm>
            <a:off x="10048802" y="2577005"/>
            <a:ext cx="230614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310615C-6C1A-40CF-89AE-F4EEA2A56554}"/>
              </a:ext>
            </a:extLst>
          </p:cNvPr>
          <p:cNvSpPr/>
          <p:nvPr/>
        </p:nvSpPr>
        <p:spPr>
          <a:xfrm rot="16200000">
            <a:off x="7654851" y="826083"/>
            <a:ext cx="192562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4D67D11A-6E1D-4416-820B-CA44B07592B8}"/>
              </a:ext>
            </a:extLst>
          </p:cNvPr>
          <p:cNvCxnSpPr>
            <a:cxnSpLocks/>
            <a:stCxn id="144" idx="0"/>
            <a:endCxn id="144" idx="2"/>
          </p:cNvCxnSpPr>
          <p:nvPr/>
        </p:nvCxnSpPr>
        <p:spPr>
          <a:xfrm>
            <a:off x="6732021" y="1845194"/>
            <a:ext cx="2038222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9CAB436-103D-42D3-9691-F8DCB235B38C}"/>
              </a:ext>
            </a:extLst>
          </p:cNvPr>
          <p:cNvCxnSpPr>
            <a:cxnSpLocks/>
            <a:stCxn id="141" idx="2"/>
            <a:endCxn id="141" idx="0"/>
          </p:cNvCxnSpPr>
          <p:nvPr/>
        </p:nvCxnSpPr>
        <p:spPr>
          <a:xfrm flipV="1">
            <a:off x="10164109" y="2577005"/>
            <a:ext cx="0" cy="203822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/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/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85D7F45A-D75A-4726-9798-23FF4EB9D47C}"/>
              </a:ext>
            </a:extLst>
          </p:cNvPr>
          <p:cNvGraphicFramePr>
            <a:graphicFrameLocks noGrp="1"/>
          </p:cNvGraphicFramePr>
          <p:nvPr/>
        </p:nvGraphicFramePr>
        <p:xfrm>
          <a:off x="6209902" y="2333653"/>
          <a:ext cx="276266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66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42" name="타원 41">
            <a:extLst>
              <a:ext uri="{FF2B5EF4-FFF2-40B4-BE49-F238E27FC236}">
                <a16:creationId xmlns:a16="http://schemas.microsoft.com/office/drawing/2014/main" id="{96B74C6E-6F71-4508-A0C7-F92E5C0D1710}"/>
              </a:ext>
            </a:extLst>
          </p:cNvPr>
          <p:cNvSpPr/>
          <p:nvPr/>
        </p:nvSpPr>
        <p:spPr>
          <a:xfrm>
            <a:off x="10159775" y="3451833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081FD2-A856-4698-98E3-9C5606AD5E38}"/>
              </a:ext>
            </a:extLst>
          </p:cNvPr>
          <p:cNvSpPr/>
          <p:nvPr/>
        </p:nvSpPr>
        <p:spPr>
          <a:xfrm>
            <a:off x="508864" y="2824999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F5181A9-3AD2-44F1-9948-1E93038ADB6A}"/>
              </a:ext>
            </a:extLst>
          </p:cNvPr>
          <p:cNvCxnSpPr>
            <a:cxnSpLocks/>
            <a:stCxn id="43" idx="0"/>
            <a:endCxn id="43" idx="2"/>
          </p:cNvCxnSpPr>
          <p:nvPr/>
        </p:nvCxnSpPr>
        <p:spPr>
          <a:xfrm>
            <a:off x="605145" y="2824999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3452FF-AFEA-47E8-91A5-24597BE57C1D}"/>
                  </a:ext>
                </a:extLst>
              </p:cNvPr>
              <p:cNvSpPr txBox="1"/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3452FF-AFEA-47E8-91A5-24597BE5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직사각형 49">
            <a:extLst>
              <a:ext uri="{FF2B5EF4-FFF2-40B4-BE49-F238E27FC236}">
                <a16:creationId xmlns:a16="http://schemas.microsoft.com/office/drawing/2014/main" id="{FB2676B1-4BAE-49F0-9568-6EDE8D49B136}"/>
              </a:ext>
            </a:extLst>
          </p:cNvPr>
          <p:cNvSpPr/>
          <p:nvPr/>
        </p:nvSpPr>
        <p:spPr>
          <a:xfrm rot="16200000">
            <a:off x="1151594" y="3953448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36ACAE1-76BD-4069-A413-876AD1864801}"/>
              </a:ext>
            </a:extLst>
          </p:cNvPr>
          <p:cNvCxnSpPr>
            <a:cxnSpLocks/>
            <a:stCxn id="50" idx="0"/>
            <a:endCxn id="50" idx="2"/>
          </p:cNvCxnSpPr>
          <p:nvPr/>
        </p:nvCxnSpPr>
        <p:spPr>
          <a:xfrm>
            <a:off x="740569" y="4460755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992A-7658-416C-AAFC-26F6354746FD}"/>
                  </a:ext>
                </a:extLst>
              </p:cNvPr>
              <p:cNvSpPr txBox="1"/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992A-7658-416C-AAFC-26F63547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D3B2F6-5B16-4827-BA5B-A6351AE411FF}"/>
                  </a:ext>
                </a:extLst>
              </p:cNvPr>
              <p:cNvSpPr txBox="1"/>
              <p:nvPr/>
            </p:nvSpPr>
            <p:spPr>
              <a:xfrm>
                <a:off x="224530" y="903882"/>
                <a:ext cx="26309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𝑭𝑾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D3B2F6-5B16-4827-BA5B-A6351AE41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0" y="903882"/>
                <a:ext cx="2630977" cy="369332"/>
              </a:xfrm>
              <a:prstGeom prst="rect">
                <a:avLst/>
              </a:prstGeom>
              <a:blipFill>
                <a:blip r:embed="rId9"/>
                <a:stretch>
                  <a:fillRect l="-1856" r="-232" b="-196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직사각형 59">
            <a:extLst>
              <a:ext uri="{FF2B5EF4-FFF2-40B4-BE49-F238E27FC236}">
                <a16:creationId xmlns:a16="http://schemas.microsoft.com/office/drawing/2014/main" id="{5619E6EC-CBFE-480F-B7D4-9FD7232A61EA}"/>
              </a:ext>
            </a:extLst>
          </p:cNvPr>
          <p:cNvSpPr/>
          <p:nvPr/>
        </p:nvSpPr>
        <p:spPr>
          <a:xfrm rot="16200000">
            <a:off x="1400290" y="1942730"/>
            <a:ext cx="192562" cy="1512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07A46E5-EECF-4108-895D-6CBBB5982DEC}"/>
              </a:ext>
            </a:extLst>
          </p:cNvPr>
          <p:cNvCxnSpPr>
            <a:cxnSpLocks/>
            <a:stCxn id="60" idx="0"/>
            <a:endCxn id="60" idx="2"/>
          </p:cNvCxnSpPr>
          <p:nvPr/>
        </p:nvCxnSpPr>
        <p:spPr>
          <a:xfrm flipV="1">
            <a:off x="740571" y="2698730"/>
            <a:ext cx="1512001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ED330A-0DBE-426E-903E-DB01F2BB3745}"/>
                  </a:ext>
                </a:extLst>
              </p:cNvPr>
              <p:cNvSpPr txBox="1"/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𝑭𝑾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ED330A-0DBE-426E-903E-DB01F2BB3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직사각형 58">
            <a:extLst>
              <a:ext uri="{FF2B5EF4-FFF2-40B4-BE49-F238E27FC236}">
                <a16:creationId xmlns:a16="http://schemas.microsoft.com/office/drawing/2014/main" id="{B1EC82F3-2CFC-4DF6-A08F-51DD37729F15}"/>
              </a:ext>
            </a:extLst>
          </p:cNvPr>
          <p:cNvSpPr/>
          <p:nvPr/>
        </p:nvSpPr>
        <p:spPr>
          <a:xfrm>
            <a:off x="2629065" y="2831005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5D46FB9-4387-461B-95CB-47881F5A9FF4}"/>
              </a:ext>
            </a:extLst>
          </p:cNvPr>
          <p:cNvCxnSpPr>
            <a:cxnSpLocks/>
            <a:stCxn id="59" idx="0"/>
            <a:endCxn id="59" idx="2"/>
          </p:cNvCxnSpPr>
          <p:nvPr/>
        </p:nvCxnSpPr>
        <p:spPr>
          <a:xfrm>
            <a:off x="2725346" y="2831005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BF880F1-A448-4CB5-9A08-C28377A00F1A}"/>
                  </a:ext>
                </a:extLst>
              </p:cNvPr>
              <p:cNvSpPr txBox="1"/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BF880F1-A448-4CB5-9A08-C28377A00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직사각형 63">
            <a:extLst>
              <a:ext uri="{FF2B5EF4-FFF2-40B4-BE49-F238E27FC236}">
                <a16:creationId xmlns:a16="http://schemas.microsoft.com/office/drawing/2014/main" id="{7280ED1F-961B-4116-9083-F02EEF7580C6}"/>
              </a:ext>
            </a:extLst>
          </p:cNvPr>
          <p:cNvSpPr/>
          <p:nvPr/>
        </p:nvSpPr>
        <p:spPr>
          <a:xfrm rot="16200000">
            <a:off x="3271795" y="3959454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A834DC0-CC33-4C83-9EED-06E857665677}"/>
              </a:ext>
            </a:extLst>
          </p:cNvPr>
          <p:cNvCxnSpPr>
            <a:cxnSpLocks/>
            <a:stCxn id="64" idx="0"/>
            <a:endCxn id="64" idx="2"/>
          </p:cNvCxnSpPr>
          <p:nvPr/>
        </p:nvCxnSpPr>
        <p:spPr>
          <a:xfrm>
            <a:off x="2860770" y="4466761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89999D-6EAD-4BBC-858E-1625710D1718}"/>
                  </a:ext>
                </a:extLst>
              </p:cNvPr>
              <p:cNvSpPr txBox="1"/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89999D-6EAD-4BBC-858E-1625710D1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blipFill>
                <a:blip r:embed="rId1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타원 67">
            <a:extLst>
              <a:ext uri="{FF2B5EF4-FFF2-40B4-BE49-F238E27FC236}">
                <a16:creationId xmlns:a16="http://schemas.microsoft.com/office/drawing/2014/main" id="{AE9C8A0D-783A-42E1-8746-4F348E6C3166}"/>
              </a:ext>
            </a:extLst>
          </p:cNvPr>
          <p:cNvSpPr/>
          <p:nvPr/>
        </p:nvSpPr>
        <p:spPr>
          <a:xfrm>
            <a:off x="2941565" y="4496308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67908E7A-A1D6-4486-BB27-F250FCD3AA5D}"/>
              </a:ext>
            </a:extLst>
          </p:cNvPr>
          <p:cNvSpPr/>
          <p:nvPr/>
        </p:nvSpPr>
        <p:spPr>
          <a:xfrm>
            <a:off x="2315542" y="3226540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3D0B30-5271-4612-80FB-3CB8F660166F}"/>
                  </a:ext>
                </a:extLst>
              </p:cNvPr>
              <p:cNvSpPr txBox="1"/>
              <p:nvPr/>
            </p:nvSpPr>
            <p:spPr>
              <a:xfrm>
                <a:off x="3273447" y="695421"/>
                <a:ext cx="2792816" cy="7014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𝑶𝑾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3D0B30-5271-4612-80FB-3CB8F6601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447" y="695421"/>
                <a:ext cx="2792816" cy="70147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8795BD-0F81-4949-BA67-6EF68252C332}"/>
              </a:ext>
            </a:extLst>
          </p:cNvPr>
          <p:cNvSpPr/>
          <p:nvPr/>
        </p:nvSpPr>
        <p:spPr>
          <a:xfrm>
            <a:off x="2870376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2F6897D-3091-4FDF-94F8-7ACFF8589040}"/>
              </a:ext>
            </a:extLst>
          </p:cNvPr>
          <p:cNvSpPr/>
          <p:nvPr/>
        </p:nvSpPr>
        <p:spPr>
          <a:xfrm>
            <a:off x="3372543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149ECCF1-EE14-4F3D-8407-04BF9C222C6B}"/>
              </a:ext>
            </a:extLst>
          </p:cNvPr>
          <p:cNvCxnSpPr>
            <a:cxnSpLocks/>
            <a:stCxn id="74" idx="2"/>
            <a:endCxn id="75" idx="2"/>
          </p:cNvCxnSpPr>
          <p:nvPr/>
        </p:nvCxnSpPr>
        <p:spPr>
          <a:xfrm rot="16200000" flipH="1">
            <a:off x="3359392" y="3588322"/>
            <a:ext cx="12700" cy="502167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AB7E72F-CA2E-4D17-9E7A-89A48165A99B}"/>
                  </a:ext>
                </a:extLst>
              </p:cNvPr>
              <p:cNvSpPr txBox="1"/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AB7E72F-CA2E-4D17-9E7A-89A48165A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8500077-0930-4DBB-B5EF-71330A1BF7ED}"/>
                  </a:ext>
                </a:extLst>
              </p:cNvPr>
              <p:cNvSpPr txBox="1"/>
              <p:nvPr/>
            </p:nvSpPr>
            <p:spPr>
              <a:xfrm>
                <a:off x="234508" y="1448223"/>
                <a:ext cx="40575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𝑶𝑾</m:t>
                      </m:r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𝐰𝐢𝐝𝐭𝐡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𝐨𝐟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𝐨𝐮𝐭𝐩𝐮𝐭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𝐟𝐞𝐚𝐭𝐮𝐫𝐞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𝐦𝐚𝐩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8500077-0930-4DBB-B5EF-71330A1BF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08" y="1448223"/>
                <a:ext cx="4057521" cy="369332"/>
              </a:xfrm>
              <a:prstGeom prst="rect">
                <a:avLst/>
              </a:prstGeom>
              <a:blipFill>
                <a:blip r:embed="rId1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0E80BA-BB58-4F3A-8C3E-BB3706117672}"/>
                  </a:ext>
                </a:extLst>
              </p:cNvPr>
              <p:cNvSpPr txBox="1"/>
              <p:nvPr/>
            </p:nvSpPr>
            <p:spPr>
              <a:xfrm>
                <a:off x="234508" y="1822000"/>
                <a:ext cx="41809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𝐡𝐨𝐫𝐢𝐳𝐨𝐧𝐭𝐚𝐥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𝐬𝐭𝐫𝐢𝐝𝐞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𝐨𝐟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𝐜𝐨𝐧𝐯𝐨𝐥𝐮𝐭𝐢𝐨𝐧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0E80BA-BB58-4F3A-8C3E-BB3706117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08" y="1822000"/>
                <a:ext cx="418095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95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7" grpId="0"/>
      <p:bldP spid="7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Convolution Redundancy Pattern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F20F7681-9864-4A9B-959C-194A3962D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045363"/>
              </p:ext>
            </p:extLst>
          </p:nvPr>
        </p:nvGraphicFramePr>
        <p:xfrm>
          <a:off x="740569" y="2843153"/>
          <a:ext cx="151200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</a:tbl>
          </a:graphicData>
        </a:graphic>
      </p:graphicFrame>
      <p:graphicFrame>
        <p:nvGraphicFramePr>
          <p:cNvPr id="81" name="표 5">
            <a:extLst>
              <a:ext uri="{FF2B5EF4-FFF2-40B4-BE49-F238E27FC236}">
                <a16:creationId xmlns:a16="http://schemas.microsoft.com/office/drawing/2014/main" id="{CA2B23AA-2019-421B-AA17-F9F695B29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941581"/>
              </p:ext>
            </p:extLst>
          </p:nvPr>
        </p:nvGraphicFramePr>
        <p:xfrm>
          <a:off x="2868391" y="2336116"/>
          <a:ext cx="2520000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</a:tbl>
          </a:graphicData>
        </a:graphic>
      </p:graphicFrame>
      <p:graphicFrame>
        <p:nvGraphicFramePr>
          <p:cNvPr id="82" name="표 5">
            <a:extLst>
              <a:ext uri="{FF2B5EF4-FFF2-40B4-BE49-F238E27FC236}">
                <a16:creationId xmlns:a16="http://schemas.microsoft.com/office/drawing/2014/main" id="{57B5DD10-5061-4A64-AC43-287F06017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44224"/>
              </p:ext>
            </p:extLst>
          </p:nvPr>
        </p:nvGraphicFramePr>
        <p:xfrm>
          <a:off x="6508433" y="2336116"/>
          <a:ext cx="3528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44138668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8028207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0555014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20733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3391006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6787441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1770530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en-US" altLang="ko-KR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5904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19395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7963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314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08152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1116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D30C4B-91E3-4A71-8DF7-DDFE7A5F0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407680"/>
              </p:ext>
            </p:extLst>
          </p:nvPr>
        </p:nvGraphicFramePr>
        <p:xfrm>
          <a:off x="6505837" y="1244913"/>
          <a:ext cx="3528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68048290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80986731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55475090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4401882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46662313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7112582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7501012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743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948E10-DED6-4EF6-833D-62349BE5D30C}"/>
                  </a:ext>
                </a:extLst>
              </p:cNvPr>
              <p:cNvSpPr txBox="1"/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 Filter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948E10-DED6-4EF6-833D-62349BE5D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22" y="4856651"/>
                <a:ext cx="1642053" cy="707886"/>
              </a:xfrm>
              <a:prstGeom prst="rect">
                <a:avLst/>
              </a:prstGeom>
              <a:blipFill>
                <a:blip r:embed="rId3"/>
                <a:stretch>
                  <a:fillRect l="-4089" t="-5172" r="-3717" b="-94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/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Activation </a:t>
                </a:r>
              </a:p>
              <a:p>
                <a:pPr algn="ctr"/>
                <a:r>
                  <a:rPr lang="en-US" altLang="ko-K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Map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ko-KR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23095-3DC1-4F00-A394-91630B34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787" y="4943321"/>
                <a:ext cx="2049215" cy="1015663"/>
              </a:xfrm>
              <a:prstGeom prst="rect">
                <a:avLst/>
              </a:prstGeom>
              <a:blipFill>
                <a:blip r:embed="rId4"/>
                <a:stretch>
                  <a:fillRect l="-2679" t="-3593" r="-2679" b="-59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직사각형 86">
            <a:extLst>
              <a:ext uri="{FF2B5EF4-FFF2-40B4-BE49-F238E27FC236}">
                <a16:creationId xmlns:a16="http://schemas.microsoft.com/office/drawing/2014/main" id="{F6A9BF8B-EE89-4933-9D92-E4DD2E258B9F}"/>
              </a:ext>
            </a:extLst>
          </p:cNvPr>
          <p:cNvSpPr/>
          <p:nvPr/>
        </p:nvSpPr>
        <p:spPr>
          <a:xfrm>
            <a:off x="3426226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9A5015E-8F2D-489A-BEA3-F01ECBCC9683}"/>
              </a:ext>
            </a:extLst>
          </p:cNvPr>
          <p:cNvSpPr/>
          <p:nvPr/>
        </p:nvSpPr>
        <p:spPr>
          <a:xfrm>
            <a:off x="3964753" y="3036162"/>
            <a:ext cx="327276" cy="270864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7CF892-EC7F-41FF-B1DB-1520AF90A139}"/>
              </a:ext>
            </a:extLst>
          </p:cNvPr>
          <p:cNvSpPr txBox="1"/>
          <p:nvPr/>
        </p:nvSpPr>
        <p:spPr>
          <a:xfrm>
            <a:off x="6684888" y="5398354"/>
            <a:ext cx="3169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Activation Matrix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54DE52-2290-4628-8F6D-C0BA55D394DD}"/>
              </a:ext>
            </a:extLst>
          </p:cNvPr>
          <p:cNvSpPr txBox="1"/>
          <p:nvPr/>
        </p:nvSpPr>
        <p:spPr>
          <a:xfrm>
            <a:off x="6835918" y="804458"/>
            <a:ext cx="2867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Lowered Weight Vectors</a:t>
            </a: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11E0B27D-578C-4798-B455-86321DFD7F6F}"/>
              </a:ext>
            </a:extLst>
          </p:cNvPr>
          <p:cNvGraphicFramePr>
            <a:graphicFrameLocks noGrp="1"/>
          </p:cNvGraphicFramePr>
          <p:nvPr/>
        </p:nvGraphicFramePr>
        <p:xfrm>
          <a:off x="10729250" y="2329319"/>
          <a:ext cx="504000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ko-KR" sz="2400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0EC9309C-5832-457E-89E5-EECC9151B262}"/>
              </a:ext>
            </a:extLst>
          </p:cNvPr>
          <p:cNvSpPr txBox="1"/>
          <p:nvPr/>
        </p:nvSpPr>
        <p:spPr>
          <a:xfrm>
            <a:off x="10490571" y="5398354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774747D-2EC3-4103-9BD3-DE2D6A822695}"/>
              </a:ext>
            </a:extLst>
          </p:cNvPr>
          <p:cNvSpPr/>
          <p:nvPr/>
        </p:nvSpPr>
        <p:spPr>
          <a:xfrm>
            <a:off x="4028668" y="2491122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BE1E5D6-CF66-4FF5-B9B0-5B3997E43361}"/>
              </a:ext>
            </a:extLst>
          </p:cNvPr>
          <p:cNvSpPr/>
          <p:nvPr/>
        </p:nvSpPr>
        <p:spPr>
          <a:xfrm>
            <a:off x="6188813" y="2491122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400DC0C-66B6-4B4A-9CD8-B770D5A2DFB9}"/>
              </a:ext>
            </a:extLst>
          </p:cNvPr>
          <p:cNvSpPr/>
          <p:nvPr/>
        </p:nvSpPr>
        <p:spPr>
          <a:xfrm>
            <a:off x="4556841" y="3990346"/>
            <a:ext cx="326691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904B942-3FF2-4CD7-B64F-CC9776C51F57}"/>
              </a:ext>
            </a:extLst>
          </p:cNvPr>
          <p:cNvSpPr/>
          <p:nvPr/>
        </p:nvSpPr>
        <p:spPr>
          <a:xfrm>
            <a:off x="6168881" y="4526259"/>
            <a:ext cx="126849" cy="18932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8E96E9A-899B-4936-BE60-2E210A4E7849}"/>
              </a:ext>
            </a:extLst>
          </p:cNvPr>
          <p:cNvSpPr/>
          <p:nvPr/>
        </p:nvSpPr>
        <p:spPr>
          <a:xfrm>
            <a:off x="10048802" y="2577005"/>
            <a:ext cx="230614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310615C-6C1A-40CF-89AE-F4EEA2A56554}"/>
              </a:ext>
            </a:extLst>
          </p:cNvPr>
          <p:cNvSpPr/>
          <p:nvPr/>
        </p:nvSpPr>
        <p:spPr>
          <a:xfrm rot="16200000">
            <a:off x="7654851" y="826083"/>
            <a:ext cx="192562" cy="2038222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4D67D11A-6E1D-4416-820B-CA44B07592B8}"/>
              </a:ext>
            </a:extLst>
          </p:cNvPr>
          <p:cNvCxnSpPr>
            <a:cxnSpLocks/>
            <a:stCxn id="144" idx="0"/>
            <a:endCxn id="144" idx="2"/>
          </p:cNvCxnSpPr>
          <p:nvPr/>
        </p:nvCxnSpPr>
        <p:spPr>
          <a:xfrm>
            <a:off x="6732021" y="1845194"/>
            <a:ext cx="2038222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9CAB436-103D-42D3-9691-F8DCB235B38C}"/>
              </a:ext>
            </a:extLst>
          </p:cNvPr>
          <p:cNvCxnSpPr>
            <a:cxnSpLocks/>
            <a:stCxn id="141" idx="2"/>
            <a:endCxn id="141" idx="0"/>
          </p:cNvCxnSpPr>
          <p:nvPr/>
        </p:nvCxnSpPr>
        <p:spPr>
          <a:xfrm flipV="1">
            <a:off x="10164109" y="2577005"/>
            <a:ext cx="0" cy="203822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/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𝒅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24BE78F-6133-4CB2-BEAA-7CA2AA5FA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83" y="1809146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/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B3175ABF-CB2B-4762-AC43-EE7DDD222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098" y="3419136"/>
                <a:ext cx="5148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6" name="표 165">
            <a:extLst>
              <a:ext uri="{FF2B5EF4-FFF2-40B4-BE49-F238E27FC236}">
                <a16:creationId xmlns:a16="http://schemas.microsoft.com/office/drawing/2014/main" id="{85D7F45A-D75A-4726-9798-23FF4EB9D47C}"/>
              </a:ext>
            </a:extLst>
          </p:cNvPr>
          <p:cNvGraphicFramePr>
            <a:graphicFrameLocks noGrp="1"/>
          </p:cNvGraphicFramePr>
          <p:nvPr/>
        </p:nvGraphicFramePr>
        <p:xfrm>
          <a:off x="6209902" y="2333653"/>
          <a:ext cx="276266" cy="30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66">
                  <a:extLst>
                    <a:ext uri="{9D8B030D-6E8A-4147-A177-3AD203B41FA5}">
                      <a16:colId xmlns:a16="http://schemas.microsoft.com/office/drawing/2014/main" val="2126470204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872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830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9573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82765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9599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2400" b="1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48198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081FD2-A856-4698-98E3-9C5606AD5E38}"/>
              </a:ext>
            </a:extLst>
          </p:cNvPr>
          <p:cNvSpPr/>
          <p:nvPr/>
        </p:nvSpPr>
        <p:spPr>
          <a:xfrm>
            <a:off x="508864" y="2824999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F5181A9-3AD2-44F1-9948-1E93038ADB6A}"/>
              </a:ext>
            </a:extLst>
          </p:cNvPr>
          <p:cNvCxnSpPr>
            <a:cxnSpLocks/>
            <a:stCxn id="43" idx="0"/>
            <a:endCxn id="43" idx="2"/>
          </p:cNvCxnSpPr>
          <p:nvPr/>
        </p:nvCxnSpPr>
        <p:spPr>
          <a:xfrm>
            <a:off x="605145" y="2824999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3452FF-AFEA-47E8-91A5-24597BE57C1D}"/>
                  </a:ext>
                </a:extLst>
              </p:cNvPr>
              <p:cNvSpPr txBox="1"/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A3452FF-AFEA-47E8-91A5-24597BE5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64" y="3174526"/>
                <a:ext cx="52604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직사각형 49">
            <a:extLst>
              <a:ext uri="{FF2B5EF4-FFF2-40B4-BE49-F238E27FC236}">
                <a16:creationId xmlns:a16="http://schemas.microsoft.com/office/drawing/2014/main" id="{FB2676B1-4BAE-49F0-9568-6EDE8D49B136}"/>
              </a:ext>
            </a:extLst>
          </p:cNvPr>
          <p:cNvSpPr/>
          <p:nvPr/>
        </p:nvSpPr>
        <p:spPr>
          <a:xfrm rot="16200000">
            <a:off x="1151594" y="3953448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36ACAE1-76BD-4069-A413-876AD1864801}"/>
              </a:ext>
            </a:extLst>
          </p:cNvPr>
          <p:cNvCxnSpPr>
            <a:cxnSpLocks/>
            <a:stCxn id="50" idx="0"/>
            <a:endCxn id="50" idx="2"/>
          </p:cNvCxnSpPr>
          <p:nvPr/>
        </p:nvCxnSpPr>
        <p:spPr>
          <a:xfrm>
            <a:off x="740569" y="4460755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992A-7658-416C-AAFC-26F6354746FD}"/>
                  </a:ext>
                </a:extLst>
              </p:cNvPr>
              <p:cNvSpPr txBox="1"/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A1992A-7658-416C-AAFC-26F635474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384" y="4464402"/>
                <a:ext cx="526041" cy="369332"/>
              </a:xfrm>
              <a:prstGeom prst="rect">
                <a:avLst/>
              </a:prstGeom>
              <a:blipFill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D3B2F6-5B16-4827-BA5B-A6351AE411FF}"/>
                  </a:ext>
                </a:extLst>
              </p:cNvPr>
              <p:cNvSpPr txBox="1"/>
              <p:nvPr/>
            </p:nvSpPr>
            <p:spPr>
              <a:xfrm>
                <a:off x="224530" y="903882"/>
                <a:ext cx="26309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𝑭𝑾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D3B2F6-5B16-4827-BA5B-A6351AE41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30" y="903882"/>
                <a:ext cx="2630977" cy="369332"/>
              </a:xfrm>
              <a:prstGeom prst="rect">
                <a:avLst/>
              </a:prstGeom>
              <a:blipFill>
                <a:blip r:embed="rId9"/>
                <a:stretch>
                  <a:fillRect l="-1856" r="-232" b="-196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직사각형 59">
            <a:extLst>
              <a:ext uri="{FF2B5EF4-FFF2-40B4-BE49-F238E27FC236}">
                <a16:creationId xmlns:a16="http://schemas.microsoft.com/office/drawing/2014/main" id="{5619E6EC-CBFE-480F-B7D4-9FD7232A61EA}"/>
              </a:ext>
            </a:extLst>
          </p:cNvPr>
          <p:cNvSpPr/>
          <p:nvPr/>
        </p:nvSpPr>
        <p:spPr>
          <a:xfrm rot="16200000">
            <a:off x="1400290" y="1942730"/>
            <a:ext cx="192562" cy="1512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07A46E5-EECF-4108-895D-6CBBB5982DEC}"/>
              </a:ext>
            </a:extLst>
          </p:cNvPr>
          <p:cNvCxnSpPr>
            <a:cxnSpLocks/>
            <a:stCxn id="60" idx="0"/>
            <a:endCxn id="60" idx="2"/>
          </p:cNvCxnSpPr>
          <p:nvPr/>
        </p:nvCxnSpPr>
        <p:spPr>
          <a:xfrm flipV="1">
            <a:off x="740571" y="2698730"/>
            <a:ext cx="1512001" cy="1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ED330A-0DBE-426E-903E-DB01F2BB3745}"/>
                  </a:ext>
                </a:extLst>
              </p:cNvPr>
              <p:cNvSpPr txBox="1"/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𝑭𝑾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AED330A-0DBE-426E-903E-DB01F2BB3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070" y="2321814"/>
                <a:ext cx="64152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직사각형 58">
            <a:extLst>
              <a:ext uri="{FF2B5EF4-FFF2-40B4-BE49-F238E27FC236}">
                <a16:creationId xmlns:a16="http://schemas.microsoft.com/office/drawing/2014/main" id="{B1EC82F3-2CFC-4DF6-A08F-51DD37729F15}"/>
              </a:ext>
            </a:extLst>
          </p:cNvPr>
          <p:cNvSpPr/>
          <p:nvPr/>
        </p:nvSpPr>
        <p:spPr>
          <a:xfrm>
            <a:off x="2629065" y="2831005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5D46FB9-4387-461B-95CB-47881F5A9FF4}"/>
              </a:ext>
            </a:extLst>
          </p:cNvPr>
          <p:cNvCxnSpPr>
            <a:cxnSpLocks/>
            <a:stCxn id="59" idx="0"/>
            <a:endCxn id="59" idx="2"/>
          </p:cNvCxnSpPr>
          <p:nvPr/>
        </p:nvCxnSpPr>
        <p:spPr>
          <a:xfrm>
            <a:off x="2725346" y="2831005"/>
            <a:ext cx="0" cy="1014613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BF880F1-A448-4CB5-9A08-C28377A00F1A}"/>
                  </a:ext>
                </a:extLst>
              </p:cNvPr>
              <p:cNvSpPr txBox="1"/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BF880F1-A448-4CB5-9A08-C28377A00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865" y="3180532"/>
                <a:ext cx="5260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직사각형 63">
            <a:extLst>
              <a:ext uri="{FF2B5EF4-FFF2-40B4-BE49-F238E27FC236}">
                <a16:creationId xmlns:a16="http://schemas.microsoft.com/office/drawing/2014/main" id="{7280ED1F-961B-4116-9083-F02EEF7580C6}"/>
              </a:ext>
            </a:extLst>
          </p:cNvPr>
          <p:cNvSpPr/>
          <p:nvPr/>
        </p:nvSpPr>
        <p:spPr>
          <a:xfrm rot="16200000">
            <a:off x="3271795" y="3959454"/>
            <a:ext cx="192562" cy="1014613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A834DC0-CC33-4C83-9EED-06E857665677}"/>
              </a:ext>
            </a:extLst>
          </p:cNvPr>
          <p:cNvCxnSpPr>
            <a:cxnSpLocks/>
            <a:stCxn id="64" idx="0"/>
            <a:endCxn id="64" idx="2"/>
          </p:cNvCxnSpPr>
          <p:nvPr/>
        </p:nvCxnSpPr>
        <p:spPr>
          <a:xfrm>
            <a:off x="2860770" y="4466761"/>
            <a:ext cx="1014613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89999D-6EAD-4BBC-858E-1625710D1718}"/>
                  </a:ext>
                </a:extLst>
              </p:cNvPr>
              <p:cNvSpPr txBox="1"/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𝒉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F89999D-6EAD-4BBC-858E-1625710D1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900" y="4457406"/>
                <a:ext cx="526041" cy="369332"/>
              </a:xfrm>
              <a:prstGeom prst="rect">
                <a:avLst/>
              </a:prstGeom>
              <a:blipFill>
                <a:blip r:embed="rId1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3D0B30-5271-4612-80FB-3CB8F660166F}"/>
                  </a:ext>
                </a:extLst>
              </p:cNvPr>
              <p:cNvSpPr txBox="1"/>
              <p:nvPr/>
            </p:nvSpPr>
            <p:spPr>
              <a:xfrm>
                <a:off x="3273447" y="695421"/>
                <a:ext cx="2792816" cy="7014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𝑶𝑾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B3D0B30-5271-4612-80FB-3CB8F6601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447" y="695421"/>
                <a:ext cx="2792816" cy="70147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8795BD-0F81-4949-BA67-6EF68252C332}"/>
              </a:ext>
            </a:extLst>
          </p:cNvPr>
          <p:cNvSpPr/>
          <p:nvPr/>
        </p:nvSpPr>
        <p:spPr>
          <a:xfrm>
            <a:off x="2870376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2F6897D-3091-4FDF-94F8-7ACFF8589040}"/>
              </a:ext>
            </a:extLst>
          </p:cNvPr>
          <p:cNvSpPr/>
          <p:nvPr/>
        </p:nvSpPr>
        <p:spPr>
          <a:xfrm>
            <a:off x="3372543" y="3583405"/>
            <a:ext cx="475865" cy="256001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149ECCF1-EE14-4F3D-8407-04BF9C222C6B}"/>
              </a:ext>
            </a:extLst>
          </p:cNvPr>
          <p:cNvCxnSpPr>
            <a:cxnSpLocks/>
            <a:stCxn id="74" idx="2"/>
            <a:endCxn id="75" idx="2"/>
          </p:cNvCxnSpPr>
          <p:nvPr/>
        </p:nvCxnSpPr>
        <p:spPr>
          <a:xfrm rot="16200000" flipH="1">
            <a:off x="3359392" y="3588322"/>
            <a:ext cx="12700" cy="502167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AB7E72F-CA2E-4D17-9E7A-89A48165A99B}"/>
                  </a:ext>
                </a:extLst>
              </p:cNvPr>
              <p:cNvSpPr txBox="1"/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AB7E72F-CA2E-4D17-9E7A-89A48165A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428" y="3955063"/>
                <a:ext cx="39786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AC8351E-30A3-4840-923C-0516DB42F2DD}"/>
                  </a:ext>
                </a:extLst>
              </p:cNvPr>
              <p:cNvSpPr txBox="1"/>
              <p:nvPr/>
            </p:nvSpPr>
            <p:spPr>
              <a:xfrm>
                <a:off x="508864" y="1495454"/>
                <a:ext cx="22837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AC8351E-30A3-4840-923C-0516DB42F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64" y="1495454"/>
                <a:ext cx="2283767" cy="369332"/>
              </a:xfrm>
              <a:prstGeom prst="rect">
                <a:avLst/>
              </a:prstGeom>
              <a:blipFill>
                <a:blip r:embed="rId15"/>
                <a:stretch>
                  <a:fillRect r="-1867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D2883F-6AA1-4D35-B692-537F432DE2D3}"/>
                  </a:ext>
                </a:extLst>
              </p:cNvPr>
              <p:cNvSpPr txBox="1"/>
              <p:nvPr/>
            </p:nvSpPr>
            <p:spPr>
              <a:xfrm>
                <a:off x="3712052" y="1498422"/>
                <a:ext cx="2283766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ko-KR" altLang="en-US" sz="2400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BD2883F-6AA1-4D35-B692-537F432DE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052" y="1498422"/>
                <a:ext cx="2283766" cy="6914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83002B31-39DD-45C2-8530-DBD577CB22C4}"/>
              </a:ext>
            </a:extLst>
          </p:cNvPr>
          <p:cNvSpPr/>
          <p:nvPr/>
        </p:nvSpPr>
        <p:spPr>
          <a:xfrm>
            <a:off x="163664" y="3180532"/>
            <a:ext cx="402338" cy="402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0C6FCF3-E2D1-467A-8D49-F15B7B2A4265}"/>
              </a:ext>
            </a:extLst>
          </p:cNvPr>
          <p:cNvSpPr/>
          <p:nvPr/>
        </p:nvSpPr>
        <p:spPr>
          <a:xfrm>
            <a:off x="2287788" y="3193243"/>
            <a:ext cx="402338" cy="402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B4E32C1-3D2C-4F56-BDD2-46DB4A724069}"/>
              </a:ext>
            </a:extLst>
          </p:cNvPr>
          <p:cNvSpPr/>
          <p:nvPr/>
        </p:nvSpPr>
        <p:spPr>
          <a:xfrm>
            <a:off x="1031693" y="4505407"/>
            <a:ext cx="402338" cy="402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DB087C0-6B4E-4E85-B6BB-A8306A06BAA4}"/>
              </a:ext>
            </a:extLst>
          </p:cNvPr>
          <p:cNvSpPr/>
          <p:nvPr/>
        </p:nvSpPr>
        <p:spPr>
          <a:xfrm>
            <a:off x="2916749" y="4567240"/>
            <a:ext cx="402338" cy="229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9ACEC68-C9CD-49CB-B07C-C2513313D844}"/>
              </a:ext>
            </a:extLst>
          </p:cNvPr>
          <p:cNvSpPr/>
          <p:nvPr/>
        </p:nvSpPr>
        <p:spPr>
          <a:xfrm>
            <a:off x="2959947" y="4044187"/>
            <a:ext cx="228266" cy="229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5F6B2B7-A5FB-4F5B-BB92-2996ECB987CB}"/>
              </a:ext>
            </a:extLst>
          </p:cNvPr>
          <p:cNvSpPr/>
          <p:nvPr/>
        </p:nvSpPr>
        <p:spPr>
          <a:xfrm rot="16200000">
            <a:off x="7767561" y="3812499"/>
            <a:ext cx="192562" cy="1722429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tx1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2220232D-3229-4025-ADCC-50A74C27B6A2}"/>
              </a:ext>
            </a:extLst>
          </p:cNvPr>
          <p:cNvCxnSpPr>
            <a:cxnSpLocks/>
            <a:stCxn id="72" idx="0"/>
            <a:endCxn id="72" idx="2"/>
          </p:cNvCxnSpPr>
          <p:nvPr/>
        </p:nvCxnSpPr>
        <p:spPr>
          <a:xfrm>
            <a:off x="7002628" y="4673714"/>
            <a:ext cx="1722429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B3F9E10-8AAA-4B35-9B90-83CC1DD8BAD3}"/>
              </a:ext>
            </a:extLst>
          </p:cNvPr>
          <p:cNvCxnSpPr>
            <a:cxnSpLocks/>
            <a:stCxn id="72" idx="2"/>
          </p:cNvCxnSpPr>
          <p:nvPr/>
        </p:nvCxnSpPr>
        <p:spPr>
          <a:xfrm flipV="1">
            <a:off x="8725057" y="2861733"/>
            <a:ext cx="0" cy="1811981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7128FB-0068-48BA-9A50-0A02C47C3B67}"/>
              </a:ext>
            </a:extLst>
          </p:cNvPr>
          <p:cNvSpPr txBox="1"/>
          <p:nvPr/>
        </p:nvSpPr>
        <p:spPr>
          <a:xfrm>
            <a:off x="7606974" y="427799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D43AB8F-AD18-4BC8-AC44-A18D50469DFF}"/>
              </a:ext>
            </a:extLst>
          </p:cNvPr>
          <p:cNvSpPr txBox="1"/>
          <p:nvPr/>
        </p:nvSpPr>
        <p:spPr>
          <a:xfrm>
            <a:off x="8710237" y="33641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39A04E7-A1CC-4F0A-ABFC-92144F22F2AD}"/>
              </a:ext>
            </a:extLst>
          </p:cNvPr>
          <p:cNvGrpSpPr/>
          <p:nvPr/>
        </p:nvGrpSpPr>
        <p:grpSpPr>
          <a:xfrm>
            <a:off x="8367946" y="945568"/>
            <a:ext cx="2432566" cy="3518834"/>
            <a:chOff x="8367946" y="945568"/>
            <a:chExt cx="2432566" cy="3518834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6A51E5D-4666-4BD8-8C44-9E253323C719}"/>
                </a:ext>
              </a:extLst>
            </p:cNvPr>
            <p:cNvSpPr/>
            <p:nvPr/>
          </p:nvSpPr>
          <p:spPr>
            <a:xfrm>
              <a:off x="8367946" y="945568"/>
              <a:ext cx="796641" cy="2049435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곱하기 기호 24">
              <a:extLst>
                <a:ext uri="{FF2B5EF4-FFF2-40B4-BE49-F238E27FC236}">
                  <a16:creationId xmlns:a16="http://schemas.microsoft.com/office/drawing/2014/main" id="{859A6884-F63B-47F0-8458-AEC70377691F}"/>
                </a:ext>
              </a:extLst>
            </p:cNvPr>
            <p:cNvSpPr/>
            <p:nvPr/>
          </p:nvSpPr>
          <p:spPr>
            <a:xfrm>
              <a:off x="8576907" y="1833683"/>
              <a:ext cx="420511" cy="429334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7EC4AE84-BB58-49E4-A1DF-FC626D35E573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>
              <a:off x="9164587" y="1970286"/>
              <a:ext cx="1635925" cy="536194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D9CDC744-6C3C-42E7-8488-67EE24F89ACE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>
              <a:off x="9164587" y="1970286"/>
              <a:ext cx="1635925" cy="2494116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904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2" grpId="0" animBg="1"/>
      <p:bldP spid="56" grpId="0" animBg="1"/>
      <p:bldP spid="57" grpId="0" animBg="1"/>
      <p:bldP spid="58" grpId="0" animBg="1"/>
      <p:bldP spid="71" grpId="0" animBg="1"/>
      <p:bldP spid="19" grpId="0"/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CBAED-0D17-4DB0-BD5F-21DE68A16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9"/>
            <a:ext cx="9144000" cy="165576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CAESAR CNN </a:t>
            </a:r>
            <a:br>
              <a:rPr lang="en-US" altLang="ko-KR" sz="4000" dirty="0"/>
            </a:br>
            <a:r>
              <a:rPr lang="en-US" altLang="ko-KR" sz="4000" dirty="0"/>
              <a:t>Accelerator Architecture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06509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Weight Ordering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178BA5FF-C72B-4DEC-A2EC-120678ECB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115492"/>
              </p:ext>
            </p:extLst>
          </p:nvPr>
        </p:nvGraphicFramePr>
        <p:xfrm>
          <a:off x="1247610" y="1742409"/>
          <a:ext cx="1008000" cy="10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06952"/>
                  </a:ext>
                </a:extLst>
              </a:tr>
            </a:tbl>
          </a:graphicData>
        </a:graphic>
      </p:graphicFrame>
      <p:graphicFrame>
        <p:nvGraphicFramePr>
          <p:cNvPr id="68" name="표 8">
            <a:extLst>
              <a:ext uri="{FF2B5EF4-FFF2-40B4-BE49-F238E27FC236}">
                <a16:creationId xmlns:a16="http://schemas.microsoft.com/office/drawing/2014/main" id="{1F984D6A-2FCD-4F78-BB71-64A03C3BD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1133"/>
              </p:ext>
            </p:extLst>
          </p:nvPr>
        </p:nvGraphicFramePr>
        <p:xfrm>
          <a:off x="995610" y="3462866"/>
          <a:ext cx="151200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98236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45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06952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082425A6-D45E-4B80-BBD3-8F889C3A68EB}"/>
              </a:ext>
            </a:extLst>
          </p:cNvPr>
          <p:cNvSpPr txBox="1"/>
          <p:nvPr/>
        </p:nvSpPr>
        <p:spPr>
          <a:xfrm>
            <a:off x="930584" y="2799702"/>
            <a:ext cx="1642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Filter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586ED61-6DC8-40AA-962B-8F0419A620DF}"/>
              </a:ext>
            </a:extLst>
          </p:cNvPr>
          <p:cNvSpPr txBox="1"/>
          <p:nvPr/>
        </p:nvSpPr>
        <p:spPr>
          <a:xfrm>
            <a:off x="607613" y="5070533"/>
            <a:ext cx="2287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 Map</a:t>
            </a:r>
          </a:p>
        </p:txBody>
      </p:sp>
      <p:graphicFrame>
        <p:nvGraphicFramePr>
          <p:cNvPr id="79" name="표 8">
            <a:extLst>
              <a:ext uri="{FF2B5EF4-FFF2-40B4-BE49-F238E27FC236}">
                <a16:creationId xmlns:a16="http://schemas.microsoft.com/office/drawing/2014/main" id="{0CE56461-0BE8-4BF1-BE90-5FC9516D4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879874"/>
              </p:ext>
            </p:extLst>
          </p:nvPr>
        </p:nvGraphicFramePr>
        <p:xfrm>
          <a:off x="5033787" y="1999716"/>
          <a:ext cx="2016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6690881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5181255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</a:tbl>
          </a:graphicData>
        </a:graphic>
      </p:graphicFrame>
      <p:graphicFrame>
        <p:nvGraphicFramePr>
          <p:cNvPr id="85" name="표 8">
            <a:extLst>
              <a:ext uri="{FF2B5EF4-FFF2-40B4-BE49-F238E27FC236}">
                <a16:creationId xmlns:a16="http://schemas.microsoft.com/office/drawing/2014/main" id="{7A5A669F-15FA-4B7A-A59C-344AD1986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320179"/>
              </p:ext>
            </p:extLst>
          </p:nvPr>
        </p:nvGraphicFramePr>
        <p:xfrm>
          <a:off x="5033787" y="2789456"/>
          <a:ext cx="2016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6690881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5181255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192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025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72826"/>
                  </a:ext>
                </a:extLst>
              </a:tr>
            </a:tbl>
          </a:graphicData>
        </a:graphic>
      </p:graphicFrame>
      <p:graphicFrame>
        <p:nvGraphicFramePr>
          <p:cNvPr id="86" name="표 8">
            <a:extLst>
              <a:ext uri="{FF2B5EF4-FFF2-40B4-BE49-F238E27FC236}">
                <a16:creationId xmlns:a16="http://schemas.microsoft.com/office/drawing/2014/main" id="{A5556028-5646-4A59-9A1A-805242D1D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4556"/>
              </p:ext>
            </p:extLst>
          </p:nvPr>
        </p:nvGraphicFramePr>
        <p:xfrm>
          <a:off x="9506114" y="1694916"/>
          <a:ext cx="2016000" cy="80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6690881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5181255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36878"/>
                  </a:ext>
                </a:extLst>
              </a:tr>
              <a:tr h="504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</a:tbl>
          </a:graphicData>
        </a:graphic>
      </p:graphicFrame>
      <p:graphicFrame>
        <p:nvGraphicFramePr>
          <p:cNvPr id="94" name="표 8">
            <a:extLst>
              <a:ext uri="{FF2B5EF4-FFF2-40B4-BE49-F238E27FC236}">
                <a16:creationId xmlns:a16="http://schemas.microsoft.com/office/drawing/2014/main" id="{FD0BA5FA-4155-49E2-B702-359988176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172281"/>
              </p:ext>
            </p:extLst>
          </p:nvPr>
        </p:nvGraphicFramePr>
        <p:xfrm>
          <a:off x="9506114" y="2792374"/>
          <a:ext cx="2016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6690881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5181255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192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025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72826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B53A94B-942F-4EEA-8B52-6E727377EA7D}"/>
              </a:ext>
            </a:extLst>
          </p:cNvPr>
          <p:cNvCxnSpPr/>
          <p:nvPr/>
        </p:nvCxnSpPr>
        <p:spPr>
          <a:xfrm>
            <a:off x="3124564" y="3475592"/>
            <a:ext cx="1408436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9927E5C-634D-4861-8EFC-3520F4CFD68A}"/>
              </a:ext>
            </a:extLst>
          </p:cNvPr>
          <p:cNvSpPr txBox="1"/>
          <p:nvPr/>
        </p:nvSpPr>
        <p:spPr>
          <a:xfrm>
            <a:off x="3067535" y="2690067"/>
            <a:ext cx="14654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lowering</a:t>
            </a: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2FDC737D-504D-49BA-ABE9-1E2D5AAB26C3}"/>
              </a:ext>
            </a:extLst>
          </p:cNvPr>
          <p:cNvCxnSpPr/>
          <p:nvPr/>
        </p:nvCxnSpPr>
        <p:spPr>
          <a:xfrm>
            <a:off x="7600497" y="3475592"/>
            <a:ext cx="1408436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00B173CD-A58D-403C-B801-94B2C9891895}"/>
              </a:ext>
            </a:extLst>
          </p:cNvPr>
          <p:cNvSpPr txBox="1"/>
          <p:nvPr/>
        </p:nvSpPr>
        <p:spPr>
          <a:xfrm>
            <a:off x="7706974" y="2690067"/>
            <a:ext cx="11384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8ADE791-00F2-4185-9EFB-2EBFA21FA0CF}"/>
              </a:ext>
            </a:extLst>
          </p:cNvPr>
          <p:cNvSpPr txBox="1"/>
          <p:nvPr/>
        </p:nvSpPr>
        <p:spPr>
          <a:xfrm>
            <a:off x="8568037" y="1617277"/>
            <a:ext cx="938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9EAEC1-7916-455D-89D9-58600B44DC8E}"/>
              </a:ext>
            </a:extLst>
          </p:cNvPr>
          <p:cNvSpPr txBox="1"/>
          <p:nvPr/>
        </p:nvSpPr>
        <p:spPr>
          <a:xfrm>
            <a:off x="8603304" y="1992209"/>
            <a:ext cx="867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</p:txBody>
      </p:sp>
      <p:sp>
        <p:nvSpPr>
          <p:cNvPr id="12" name="왼쪽 중괄호 11">
            <a:extLst>
              <a:ext uri="{FF2B5EF4-FFF2-40B4-BE49-F238E27FC236}">
                <a16:creationId xmlns:a16="http://schemas.microsoft.com/office/drawing/2014/main" id="{3CE542AC-63C3-45D9-AF4F-2EDC54059D95}"/>
              </a:ext>
            </a:extLst>
          </p:cNvPr>
          <p:cNvSpPr/>
          <p:nvPr/>
        </p:nvSpPr>
        <p:spPr>
          <a:xfrm rot="16200000">
            <a:off x="10161960" y="4146008"/>
            <a:ext cx="199348" cy="1512000"/>
          </a:xfrm>
          <a:prstGeom prst="leftBrace">
            <a:avLst>
              <a:gd name="adj1" fmla="val 153985"/>
              <a:gd name="adj2" fmla="val 50000"/>
            </a:avLst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E851CF-39B5-4D1B-8FF4-9D62E3138723}"/>
              </a:ext>
            </a:extLst>
          </p:cNvPr>
          <p:cNvSpPr txBox="1"/>
          <p:nvPr/>
        </p:nvSpPr>
        <p:spPr>
          <a:xfrm>
            <a:off x="9600235" y="5057204"/>
            <a:ext cx="13227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</a:p>
        </p:txBody>
      </p:sp>
      <p:sp>
        <p:nvSpPr>
          <p:cNvPr id="13" name="왼쪽 대괄호 12">
            <a:extLst>
              <a:ext uri="{FF2B5EF4-FFF2-40B4-BE49-F238E27FC236}">
                <a16:creationId xmlns:a16="http://schemas.microsoft.com/office/drawing/2014/main" id="{4D34F234-1453-413A-8DB2-12883717A1F0}"/>
              </a:ext>
            </a:extLst>
          </p:cNvPr>
          <p:cNvSpPr/>
          <p:nvPr/>
        </p:nvSpPr>
        <p:spPr>
          <a:xfrm rot="5400000">
            <a:off x="9921570" y="1375965"/>
            <a:ext cx="189355" cy="437978"/>
          </a:xfrm>
          <a:prstGeom prst="leftBracket">
            <a:avLst>
              <a:gd name="adj" fmla="val 115650"/>
            </a:avLst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왼쪽 대괄호 101">
            <a:extLst>
              <a:ext uri="{FF2B5EF4-FFF2-40B4-BE49-F238E27FC236}">
                <a16:creationId xmlns:a16="http://schemas.microsoft.com/office/drawing/2014/main" id="{7BDC29D6-EB6E-48BD-8ED6-B22C84EC0A88}"/>
              </a:ext>
            </a:extLst>
          </p:cNvPr>
          <p:cNvSpPr/>
          <p:nvPr/>
        </p:nvSpPr>
        <p:spPr>
          <a:xfrm rot="5400000">
            <a:off x="10419436" y="1375965"/>
            <a:ext cx="189355" cy="437978"/>
          </a:xfrm>
          <a:prstGeom prst="leftBracket">
            <a:avLst>
              <a:gd name="adj" fmla="val 115650"/>
            </a:avLst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CB993C9-A05F-4D2F-AFFC-A26A1B6946F7}"/>
                  </a:ext>
                </a:extLst>
              </p:cNvPr>
              <p:cNvSpPr txBox="1"/>
              <p:nvPr/>
            </p:nvSpPr>
            <p:spPr>
              <a:xfrm>
                <a:off x="9774302" y="1073562"/>
                <a:ext cx="5367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CB993C9-A05F-4D2F-AFFC-A26A1B694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302" y="1073562"/>
                <a:ext cx="536749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311ADC8-7014-43E5-8AE8-5E3F7C953C90}"/>
                  </a:ext>
                </a:extLst>
              </p:cNvPr>
              <p:cNvSpPr txBox="1"/>
              <p:nvPr/>
            </p:nvSpPr>
            <p:spPr>
              <a:xfrm>
                <a:off x="10270302" y="1073562"/>
                <a:ext cx="5367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311ADC8-7014-43E5-8AE8-5E3F7C953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302" y="1073562"/>
                <a:ext cx="536749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44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99" grpId="0"/>
      <p:bldP spid="100" grpId="0"/>
      <p:bldP spid="12" grpId="0" animBg="1"/>
      <p:bldP spid="101" grpId="0"/>
      <p:bldP spid="13" grpId="0" animBg="1"/>
      <p:bldP spid="102" grpId="0" animBg="1"/>
      <p:bldP spid="103" grpId="0"/>
      <p:bldP spid="1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Calculating Distance Parameter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24" name="표 8">
            <a:extLst>
              <a:ext uri="{FF2B5EF4-FFF2-40B4-BE49-F238E27FC236}">
                <a16:creationId xmlns:a16="http://schemas.microsoft.com/office/drawing/2014/main" id="{E8397AD0-30D5-4FD3-A40E-AFC0FE92E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266936"/>
              </p:ext>
            </p:extLst>
          </p:nvPr>
        </p:nvGraphicFramePr>
        <p:xfrm>
          <a:off x="4085644" y="1951885"/>
          <a:ext cx="2016000" cy="80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6690881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5181255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36878"/>
                  </a:ext>
                </a:extLst>
              </a:tr>
              <a:tr h="504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</a:tbl>
          </a:graphicData>
        </a:graphic>
      </p:graphicFrame>
      <p:graphicFrame>
        <p:nvGraphicFramePr>
          <p:cNvPr id="25" name="표 8">
            <a:extLst>
              <a:ext uri="{FF2B5EF4-FFF2-40B4-BE49-F238E27FC236}">
                <a16:creationId xmlns:a16="http://schemas.microsoft.com/office/drawing/2014/main" id="{6BD80067-729D-4678-A667-1A04BCDFF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12109"/>
              </p:ext>
            </p:extLst>
          </p:nvPr>
        </p:nvGraphicFramePr>
        <p:xfrm>
          <a:off x="4085644" y="3049343"/>
          <a:ext cx="2016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26690881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5181255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192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025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72826"/>
                  </a:ext>
                </a:extLst>
              </a:tr>
            </a:tbl>
          </a:graphicData>
        </a:graphic>
      </p:graphicFrame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6BFFA7E8-78F4-4746-91BB-CF2C38299B19}"/>
              </a:ext>
            </a:extLst>
          </p:cNvPr>
          <p:cNvSpPr/>
          <p:nvPr/>
        </p:nvSpPr>
        <p:spPr>
          <a:xfrm rot="5400000">
            <a:off x="4501100" y="1632934"/>
            <a:ext cx="189355" cy="437978"/>
          </a:xfrm>
          <a:prstGeom prst="leftBracket">
            <a:avLst>
              <a:gd name="adj" fmla="val 115650"/>
            </a:avLst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왼쪽 대괄호 30">
            <a:extLst>
              <a:ext uri="{FF2B5EF4-FFF2-40B4-BE49-F238E27FC236}">
                <a16:creationId xmlns:a16="http://schemas.microsoft.com/office/drawing/2014/main" id="{1E88ABF4-E6C3-41F5-9816-753DEE29F01D}"/>
              </a:ext>
            </a:extLst>
          </p:cNvPr>
          <p:cNvSpPr/>
          <p:nvPr/>
        </p:nvSpPr>
        <p:spPr>
          <a:xfrm rot="5400000">
            <a:off x="4998966" y="1632934"/>
            <a:ext cx="189355" cy="437978"/>
          </a:xfrm>
          <a:prstGeom prst="leftBracket">
            <a:avLst>
              <a:gd name="adj" fmla="val 115650"/>
            </a:avLst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77E8AB-4338-41A8-9FBC-7B13FF41BE71}"/>
                  </a:ext>
                </a:extLst>
              </p:cNvPr>
              <p:cNvSpPr txBox="1"/>
              <p:nvPr/>
            </p:nvSpPr>
            <p:spPr>
              <a:xfrm>
                <a:off x="4353832" y="1330531"/>
                <a:ext cx="5367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77E8AB-4338-41A8-9FBC-7B13FF41B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832" y="1330531"/>
                <a:ext cx="536749" cy="400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FBFFFF-8CC3-4D96-9BD4-0D5778661072}"/>
                  </a:ext>
                </a:extLst>
              </p:cNvPr>
              <p:cNvSpPr txBox="1"/>
              <p:nvPr/>
            </p:nvSpPr>
            <p:spPr>
              <a:xfrm>
                <a:off x="4849832" y="1330531"/>
                <a:ext cx="5367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ko-KR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FBFFFF-8CC3-4D96-9BD4-0D5778661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832" y="1330531"/>
                <a:ext cx="536749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표 8">
            <a:extLst>
              <a:ext uri="{FF2B5EF4-FFF2-40B4-BE49-F238E27FC236}">
                <a16:creationId xmlns:a16="http://schemas.microsoft.com/office/drawing/2014/main" id="{A59A1B0E-8D6F-4328-9369-754C966C2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753131"/>
              </p:ext>
            </p:extLst>
          </p:nvPr>
        </p:nvGraphicFramePr>
        <p:xfrm>
          <a:off x="1744572" y="1848695"/>
          <a:ext cx="1008000" cy="10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06952"/>
                  </a:ext>
                </a:extLst>
              </a:tr>
            </a:tbl>
          </a:graphicData>
        </a:graphic>
      </p:graphicFrame>
      <p:graphicFrame>
        <p:nvGraphicFramePr>
          <p:cNvPr id="35" name="표 8">
            <a:extLst>
              <a:ext uri="{FF2B5EF4-FFF2-40B4-BE49-F238E27FC236}">
                <a16:creationId xmlns:a16="http://schemas.microsoft.com/office/drawing/2014/main" id="{1EA6B472-5E4E-43AC-B5DB-58752EB1B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250495"/>
              </p:ext>
            </p:extLst>
          </p:nvPr>
        </p:nvGraphicFramePr>
        <p:xfrm>
          <a:off x="1492572" y="3569152"/>
          <a:ext cx="151200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8059721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98236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454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10695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3C0A307-7AD5-49D8-93C3-8BEE92E19284}"/>
              </a:ext>
            </a:extLst>
          </p:cNvPr>
          <p:cNvSpPr txBox="1"/>
          <p:nvPr/>
        </p:nvSpPr>
        <p:spPr>
          <a:xfrm>
            <a:off x="1427546" y="2905988"/>
            <a:ext cx="1642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Filter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37AAC-0C83-4416-9E47-A0CDC2A4320E}"/>
              </a:ext>
            </a:extLst>
          </p:cNvPr>
          <p:cNvSpPr txBox="1"/>
          <p:nvPr/>
        </p:nvSpPr>
        <p:spPr>
          <a:xfrm>
            <a:off x="1104575" y="5176819"/>
            <a:ext cx="2287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 Map</a:t>
            </a: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3514119F-B0C7-4966-A0FE-DA55492949F8}"/>
              </a:ext>
            </a:extLst>
          </p:cNvPr>
          <p:cNvSpPr/>
          <p:nvPr/>
        </p:nvSpPr>
        <p:spPr>
          <a:xfrm>
            <a:off x="3338437" y="3214644"/>
            <a:ext cx="478367" cy="325966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99A1421-1CA3-4F68-B653-CEC3F2A93C72}"/>
              </a:ext>
            </a:extLst>
          </p:cNvPr>
          <p:cNvCxnSpPr>
            <a:cxnSpLocks/>
          </p:cNvCxnSpPr>
          <p:nvPr/>
        </p:nvCxnSpPr>
        <p:spPr>
          <a:xfrm>
            <a:off x="6637397" y="969105"/>
            <a:ext cx="0" cy="4919789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2606291-9163-4C22-A233-53BC2CFEB84E}"/>
                  </a:ext>
                </a:extLst>
              </p:cNvPr>
              <p:cNvSpPr txBox="1"/>
              <p:nvPr/>
            </p:nvSpPr>
            <p:spPr>
              <a:xfrm>
                <a:off x="7051196" y="1098160"/>
                <a:ext cx="1126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2606291-9163-4C22-A233-53BC2CFEB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196" y="1098160"/>
                <a:ext cx="1126270" cy="369332"/>
              </a:xfrm>
              <a:prstGeom prst="rect">
                <a:avLst/>
              </a:prstGeom>
              <a:blipFill>
                <a:blip r:embed="rId5"/>
                <a:stretch>
                  <a:fillRect l="-4348" r="-434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24BD89-9476-4883-A787-EACCB330748E}"/>
                  </a:ext>
                </a:extLst>
              </p:cNvPr>
              <p:cNvSpPr txBox="1"/>
              <p:nvPr/>
            </p:nvSpPr>
            <p:spPr>
              <a:xfrm>
                <a:off x="8392785" y="1093492"/>
                <a:ext cx="1139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24BD89-9476-4883-A787-EACCB3307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785" y="1093492"/>
                <a:ext cx="1139094" cy="369332"/>
              </a:xfrm>
              <a:prstGeom prst="rect">
                <a:avLst/>
              </a:prstGeom>
              <a:blipFill>
                <a:blip r:embed="rId6"/>
                <a:stretch>
                  <a:fillRect l="-4278" r="-3743" b="-18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D6F5D4-5DF1-4A31-81E5-0AB2408E3184}"/>
                  </a:ext>
                </a:extLst>
              </p:cNvPr>
              <p:cNvSpPr txBox="1"/>
              <p:nvPr/>
            </p:nvSpPr>
            <p:spPr>
              <a:xfrm>
                <a:off x="7051196" y="1668783"/>
                <a:ext cx="35137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𝐹𝑊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CD6F5D4-5DF1-4A31-81E5-0AB2408E3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196" y="1668783"/>
                <a:ext cx="3513719" cy="369332"/>
              </a:xfrm>
              <a:prstGeom prst="rect">
                <a:avLst/>
              </a:prstGeom>
              <a:blipFill>
                <a:blip r:embed="rId7"/>
                <a:stretch>
                  <a:fillRect l="-1042" r="-1042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CB7569-DF7E-4E9E-9366-F8D97069187B}"/>
                  </a:ext>
                </a:extLst>
              </p:cNvPr>
              <p:cNvSpPr txBox="1"/>
              <p:nvPr/>
            </p:nvSpPr>
            <p:spPr>
              <a:xfrm>
                <a:off x="7051196" y="2274076"/>
                <a:ext cx="3660297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𝑂𝑊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CCB7569-DF7E-4E9E-9366-F8D970691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196" y="2274076"/>
                <a:ext cx="3660297" cy="7014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57A458-B3A1-40B2-B061-FF76F45EDCF4}"/>
                  </a:ext>
                </a:extLst>
              </p:cNvPr>
              <p:cNvSpPr txBox="1"/>
              <p:nvPr/>
            </p:nvSpPr>
            <p:spPr>
              <a:xfrm>
                <a:off x="7082854" y="3831306"/>
                <a:ext cx="1126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357A458-B3A1-40B2-B061-FF76F45ED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854" y="3831306"/>
                <a:ext cx="1126270" cy="369332"/>
              </a:xfrm>
              <a:prstGeom prst="rect">
                <a:avLst/>
              </a:prstGeom>
              <a:blipFill>
                <a:blip r:embed="rId9"/>
                <a:stretch>
                  <a:fillRect l="-4324" r="-3784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554F41-445C-47EE-A873-0AAFC55CAA9B}"/>
                  </a:ext>
                </a:extLst>
              </p:cNvPr>
              <p:cNvSpPr txBox="1"/>
              <p:nvPr/>
            </p:nvSpPr>
            <p:spPr>
              <a:xfrm>
                <a:off x="8424443" y="3826638"/>
                <a:ext cx="1139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554F41-445C-47EE-A873-0AAFC55CA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443" y="3826638"/>
                <a:ext cx="1139094" cy="369332"/>
              </a:xfrm>
              <a:prstGeom prst="rect">
                <a:avLst/>
              </a:prstGeom>
              <a:blipFill>
                <a:blip r:embed="rId10"/>
                <a:stretch>
                  <a:fillRect l="-4278" r="-3743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B09A860-DB23-41F3-ADAA-43A9CB47F474}"/>
                  </a:ext>
                </a:extLst>
              </p:cNvPr>
              <p:cNvSpPr txBox="1"/>
              <p:nvPr/>
            </p:nvSpPr>
            <p:spPr>
              <a:xfrm>
                <a:off x="7082854" y="4401929"/>
                <a:ext cx="35137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𝐹𝑊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B09A860-DB23-41F3-ADAA-43A9CB47F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854" y="4401929"/>
                <a:ext cx="3513719" cy="369332"/>
              </a:xfrm>
              <a:prstGeom prst="rect">
                <a:avLst/>
              </a:prstGeom>
              <a:blipFill>
                <a:blip r:embed="rId11"/>
                <a:stretch>
                  <a:fillRect l="-1215" r="-1215" b="-18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35164BD-A825-4999-854F-AA9669FED904}"/>
                  </a:ext>
                </a:extLst>
              </p:cNvPr>
              <p:cNvSpPr txBox="1"/>
              <p:nvPr/>
            </p:nvSpPr>
            <p:spPr>
              <a:xfrm>
                <a:off x="7082854" y="5007222"/>
                <a:ext cx="3660297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𝑂𝑊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35164BD-A825-4999-854F-AA9669FED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854" y="5007222"/>
                <a:ext cx="3660297" cy="7014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35DAF6A8-B9AF-4684-831D-CEAA83D6D888}"/>
              </a:ext>
            </a:extLst>
          </p:cNvPr>
          <p:cNvSpPr/>
          <p:nvPr/>
        </p:nvSpPr>
        <p:spPr>
          <a:xfrm>
            <a:off x="7013550" y="2219040"/>
            <a:ext cx="3733935" cy="8288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E2B2B9D8-849F-4B01-ABDD-F976C20C9781}"/>
              </a:ext>
            </a:extLst>
          </p:cNvPr>
          <p:cNvSpPr/>
          <p:nvPr/>
        </p:nvSpPr>
        <p:spPr>
          <a:xfrm>
            <a:off x="4149336" y="4647222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3184CC-95A5-46BA-9B58-47217164D082}"/>
              </a:ext>
            </a:extLst>
          </p:cNvPr>
          <p:cNvSpPr/>
          <p:nvPr/>
        </p:nvSpPr>
        <p:spPr>
          <a:xfrm>
            <a:off x="4654986" y="4127941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5D9B5FA-FD8D-41E1-ADA0-702A15B9E629}"/>
              </a:ext>
            </a:extLst>
          </p:cNvPr>
          <p:cNvSpPr/>
          <p:nvPr/>
        </p:nvSpPr>
        <p:spPr>
          <a:xfrm>
            <a:off x="7046034" y="4943518"/>
            <a:ext cx="3733935" cy="8288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7FC384E-BA6B-44EC-BA8E-29F66EE4F8AA}"/>
              </a:ext>
            </a:extLst>
          </p:cNvPr>
          <p:cNvSpPr/>
          <p:nvPr/>
        </p:nvSpPr>
        <p:spPr>
          <a:xfrm>
            <a:off x="5166637" y="3126098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77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Generating Mapping Table (Initializing)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E9352-EE68-4524-A374-A445A481D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334619"/>
              </p:ext>
            </p:extLst>
          </p:nvPr>
        </p:nvGraphicFramePr>
        <p:xfrm>
          <a:off x="3278040" y="1717284"/>
          <a:ext cx="1512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F7EA32E-6F94-4157-BF62-183615661A7E}"/>
              </a:ext>
            </a:extLst>
          </p:cNvPr>
          <p:cNvSpPr txBox="1"/>
          <p:nvPr/>
        </p:nvSpPr>
        <p:spPr>
          <a:xfrm>
            <a:off x="2979809" y="1282502"/>
            <a:ext cx="2108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Group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4C3F8A3-E328-48FB-898E-3F1153D60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540156"/>
              </p:ext>
            </p:extLst>
          </p:nvPr>
        </p:nvGraphicFramePr>
        <p:xfrm>
          <a:off x="6077578" y="1717284"/>
          <a:ext cx="3240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428E42E-7858-4026-8FCB-30BF9A413A0B}"/>
              </a:ext>
            </a:extLst>
          </p:cNvPr>
          <p:cNvSpPr txBox="1"/>
          <p:nvPr/>
        </p:nvSpPr>
        <p:spPr>
          <a:xfrm>
            <a:off x="6775342" y="1280347"/>
            <a:ext cx="1844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C6307E-E40D-481E-84EF-F29DCA1DD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67077"/>
              </p:ext>
            </p:extLst>
          </p:nvPr>
        </p:nvGraphicFramePr>
        <p:xfrm>
          <a:off x="2441651" y="4391146"/>
          <a:ext cx="1224000" cy="57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4287928547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0 4 3</a:t>
                      </a:r>
                      <a:endParaRPr lang="ko-KR" alt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661951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8E04A1E0-E6C5-4AEA-B037-65ABBC22B9C8}"/>
              </a:ext>
            </a:extLst>
          </p:cNvPr>
          <p:cNvSpPr txBox="1"/>
          <p:nvPr/>
        </p:nvSpPr>
        <p:spPr>
          <a:xfrm>
            <a:off x="4554024" y="4448313"/>
            <a:ext cx="5726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result to the accumulator 4 and 3</a:t>
            </a: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CA226D23-95FD-4639-BEF8-1E51ABEBF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44513"/>
              </p:ext>
            </p:extLst>
          </p:nvPr>
        </p:nvGraphicFramePr>
        <p:xfrm>
          <a:off x="2441651" y="5163343"/>
          <a:ext cx="1224000" cy="57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4287928547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661951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2E924F5B-0BC0-493A-85CA-01F339146985}"/>
              </a:ext>
            </a:extLst>
          </p:cNvPr>
          <p:cNvSpPr txBox="1"/>
          <p:nvPr/>
        </p:nvSpPr>
        <p:spPr>
          <a:xfrm>
            <a:off x="4554024" y="5220510"/>
            <a:ext cx="3698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computation is invalid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01488A8-D30A-4763-A734-D10DD239259D}"/>
              </a:ext>
            </a:extLst>
          </p:cNvPr>
          <p:cNvCxnSpPr/>
          <p:nvPr/>
        </p:nvCxnSpPr>
        <p:spPr>
          <a:xfrm>
            <a:off x="3911345" y="4684680"/>
            <a:ext cx="504000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7FFE452-4D99-46D2-8AA8-8885ABD85578}"/>
              </a:ext>
            </a:extLst>
          </p:cNvPr>
          <p:cNvCxnSpPr/>
          <p:nvPr/>
        </p:nvCxnSpPr>
        <p:spPr>
          <a:xfrm>
            <a:off x="3911345" y="5456069"/>
            <a:ext cx="504000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0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Generating Mapping Table (First Column)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E9352-EE68-4524-A374-A445A481D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968357"/>
              </p:ext>
            </p:extLst>
          </p:nvPr>
        </p:nvGraphicFramePr>
        <p:xfrm>
          <a:off x="3278040" y="1717284"/>
          <a:ext cx="1512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F7EA32E-6F94-4157-BF62-183615661A7E}"/>
              </a:ext>
            </a:extLst>
          </p:cNvPr>
          <p:cNvSpPr txBox="1"/>
          <p:nvPr/>
        </p:nvSpPr>
        <p:spPr>
          <a:xfrm>
            <a:off x="2979809" y="1282502"/>
            <a:ext cx="2108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Group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4C3F8A3-E328-48FB-898E-3F1153D60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980454"/>
              </p:ext>
            </p:extLst>
          </p:nvPr>
        </p:nvGraphicFramePr>
        <p:xfrm>
          <a:off x="6077578" y="1717284"/>
          <a:ext cx="3240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428E42E-7858-4026-8FCB-30BF9A413A0B}"/>
              </a:ext>
            </a:extLst>
          </p:cNvPr>
          <p:cNvSpPr txBox="1"/>
          <p:nvPr/>
        </p:nvSpPr>
        <p:spPr>
          <a:xfrm>
            <a:off x="6775342" y="1280347"/>
            <a:ext cx="1844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/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blipFill>
                <a:blip r:embed="rId3"/>
                <a:stretch>
                  <a:fillRect l="-4348" r="-434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/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blipFill>
                <a:blip r:embed="rId4"/>
                <a:stretch>
                  <a:fillRect l="-4301" r="-4301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/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blipFill>
                <a:blip r:embed="rId5"/>
                <a:stretch>
                  <a:fillRect l="-4372" r="-4372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32D6DC-C2D7-49C6-B907-92E12B9B39B5}"/>
              </a:ext>
            </a:extLst>
          </p:cNvPr>
          <p:cNvSpPr/>
          <p:nvPr/>
        </p:nvSpPr>
        <p:spPr>
          <a:xfrm>
            <a:off x="6925203" y="4100316"/>
            <a:ext cx="1291146" cy="6395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9986CDE-AF98-4FE5-8F55-69C4FFAF63CA}"/>
              </a:ext>
            </a:extLst>
          </p:cNvPr>
          <p:cNvCxnSpPr>
            <a:cxnSpLocks/>
          </p:cNvCxnSpPr>
          <p:nvPr/>
        </p:nvCxnSpPr>
        <p:spPr>
          <a:xfrm flipV="1">
            <a:off x="3662017" y="3101009"/>
            <a:ext cx="256209" cy="242956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19E51B6-CE3F-4B7C-880F-3B74764BF07A}"/>
              </a:ext>
            </a:extLst>
          </p:cNvPr>
          <p:cNvCxnSpPr>
            <a:cxnSpLocks/>
          </p:cNvCxnSpPr>
          <p:nvPr/>
        </p:nvCxnSpPr>
        <p:spPr>
          <a:xfrm flipV="1">
            <a:off x="3662016" y="2603806"/>
            <a:ext cx="256209" cy="242956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BFE3DB5-C54C-4CB0-B325-54FB64E43051}"/>
              </a:ext>
            </a:extLst>
          </p:cNvPr>
          <p:cNvCxnSpPr>
            <a:cxnSpLocks/>
          </p:cNvCxnSpPr>
          <p:nvPr/>
        </p:nvCxnSpPr>
        <p:spPr>
          <a:xfrm flipV="1">
            <a:off x="3662015" y="2093009"/>
            <a:ext cx="256209" cy="242956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722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Generating Mapping Table (Second Column)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E9352-EE68-4524-A374-A445A481D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75953"/>
              </p:ext>
            </p:extLst>
          </p:nvPr>
        </p:nvGraphicFramePr>
        <p:xfrm>
          <a:off x="3278040" y="1717284"/>
          <a:ext cx="1512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F7EA32E-6F94-4157-BF62-183615661A7E}"/>
              </a:ext>
            </a:extLst>
          </p:cNvPr>
          <p:cNvSpPr txBox="1"/>
          <p:nvPr/>
        </p:nvSpPr>
        <p:spPr>
          <a:xfrm>
            <a:off x="2979809" y="1282502"/>
            <a:ext cx="2108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Group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4C3F8A3-E328-48FB-898E-3F1153D60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838834"/>
              </p:ext>
            </p:extLst>
          </p:nvPr>
        </p:nvGraphicFramePr>
        <p:xfrm>
          <a:off x="6077578" y="1717284"/>
          <a:ext cx="3240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428E42E-7858-4026-8FCB-30BF9A413A0B}"/>
              </a:ext>
            </a:extLst>
          </p:cNvPr>
          <p:cNvSpPr txBox="1"/>
          <p:nvPr/>
        </p:nvSpPr>
        <p:spPr>
          <a:xfrm>
            <a:off x="6775342" y="1280347"/>
            <a:ext cx="1844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/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blipFill>
                <a:blip r:embed="rId3"/>
                <a:stretch>
                  <a:fillRect l="-4348" r="-434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/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blipFill>
                <a:blip r:embed="rId4"/>
                <a:stretch>
                  <a:fillRect l="-4301" r="-4301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/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blipFill>
                <a:blip r:embed="rId5"/>
                <a:stretch>
                  <a:fillRect l="-4372" r="-4372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32D6DC-C2D7-49C6-B907-92E12B9B39B5}"/>
              </a:ext>
            </a:extLst>
          </p:cNvPr>
          <p:cNvSpPr/>
          <p:nvPr/>
        </p:nvSpPr>
        <p:spPr>
          <a:xfrm>
            <a:off x="6925203" y="4100316"/>
            <a:ext cx="1291146" cy="6395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919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Generating Mapping Table (Second Column)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E9352-EE68-4524-A374-A445A481D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558047"/>
              </p:ext>
            </p:extLst>
          </p:nvPr>
        </p:nvGraphicFramePr>
        <p:xfrm>
          <a:off x="3278040" y="1717284"/>
          <a:ext cx="1512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F7EA32E-6F94-4157-BF62-183615661A7E}"/>
              </a:ext>
            </a:extLst>
          </p:cNvPr>
          <p:cNvSpPr txBox="1"/>
          <p:nvPr/>
        </p:nvSpPr>
        <p:spPr>
          <a:xfrm>
            <a:off x="2979809" y="1282502"/>
            <a:ext cx="2108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Group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4C3F8A3-E328-48FB-898E-3F1153D60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429289"/>
              </p:ext>
            </p:extLst>
          </p:nvPr>
        </p:nvGraphicFramePr>
        <p:xfrm>
          <a:off x="6077578" y="1717284"/>
          <a:ext cx="3240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428E42E-7858-4026-8FCB-30BF9A413A0B}"/>
              </a:ext>
            </a:extLst>
          </p:cNvPr>
          <p:cNvSpPr txBox="1"/>
          <p:nvPr/>
        </p:nvSpPr>
        <p:spPr>
          <a:xfrm>
            <a:off x="6775342" y="1280347"/>
            <a:ext cx="1844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/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blipFill>
                <a:blip r:embed="rId3"/>
                <a:stretch>
                  <a:fillRect l="-4348" r="-434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/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blipFill>
                <a:blip r:embed="rId4"/>
                <a:stretch>
                  <a:fillRect l="-4301" r="-4301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/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blipFill>
                <a:blip r:embed="rId5"/>
                <a:stretch>
                  <a:fillRect l="-4372" r="-4372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32D6DC-C2D7-49C6-B907-92E12B9B39B5}"/>
              </a:ext>
            </a:extLst>
          </p:cNvPr>
          <p:cNvSpPr/>
          <p:nvPr/>
        </p:nvSpPr>
        <p:spPr>
          <a:xfrm>
            <a:off x="6925203" y="4100316"/>
            <a:ext cx="1291146" cy="6395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61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Generating Mapping Table (Second Column)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E9352-EE68-4524-A374-A445A481D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564095"/>
              </p:ext>
            </p:extLst>
          </p:nvPr>
        </p:nvGraphicFramePr>
        <p:xfrm>
          <a:off x="3278040" y="1717284"/>
          <a:ext cx="1512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F7EA32E-6F94-4157-BF62-183615661A7E}"/>
              </a:ext>
            </a:extLst>
          </p:cNvPr>
          <p:cNvSpPr txBox="1"/>
          <p:nvPr/>
        </p:nvSpPr>
        <p:spPr>
          <a:xfrm>
            <a:off x="2979809" y="1282502"/>
            <a:ext cx="2108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Group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4C3F8A3-E328-48FB-898E-3F1153D60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64986"/>
              </p:ext>
            </p:extLst>
          </p:nvPr>
        </p:nvGraphicFramePr>
        <p:xfrm>
          <a:off x="6077578" y="1717284"/>
          <a:ext cx="3240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C428E42E-7858-4026-8FCB-30BF9A413A0B}"/>
              </a:ext>
            </a:extLst>
          </p:cNvPr>
          <p:cNvSpPr txBox="1"/>
          <p:nvPr/>
        </p:nvSpPr>
        <p:spPr>
          <a:xfrm>
            <a:off x="6775342" y="1280347"/>
            <a:ext cx="1844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/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F7256A6-7E07-46EF-91BC-1D8B5C834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659" y="4208004"/>
                <a:ext cx="1126270" cy="369332"/>
              </a:xfrm>
              <a:prstGeom prst="rect">
                <a:avLst/>
              </a:prstGeom>
              <a:blipFill>
                <a:blip r:embed="rId3"/>
                <a:stretch>
                  <a:fillRect l="-4348" r="-4348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/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CEC047-8FB5-4C18-B1C1-D3979450D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248" y="4203336"/>
                <a:ext cx="1139094" cy="369332"/>
              </a:xfrm>
              <a:prstGeom prst="rect">
                <a:avLst/>
              </a:prstGeom>
              <a:blipFill>
                <a:blip r:embed="rId4"/>
                <a:stretch>
                  <a:fillRect l="-4301" r="-4301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/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4DCC0A-6A5C-4420-B305-BDAC87877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0661" y="4203336"/>
                <a:ext cx="1118255" cy="369332"/>
              </a:xfrm>
              <a:prstGeom prst="rect">
                <a:avLst/>
              </a:prstGeom>
              <a:blipFill>
                <a:blip r:embed="rId5"/>
                <a:stretch>
                  <a:fillRect l="-4372" r="-4372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32D6DC-C2D7-49C6-B907-92E12B9B39B5}"/>
              </a:ext>
            </a:extLst>
          </p:cNvPr>
          <p:cNvSpPr/>
          <p:nvPr/>
        </p:nvSpPr>
        <p:spPr>
          <a:xfrm>
            <a:off x="6925203" y="4100316"/>
            <a:ext cx="1291146" cy="6395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9986CDE-AF98-4FE5-8F55-69C4FFAF63CA}"/>
              </a:ext>
            </a:extLst>
          </p:cNvPr>
          <p:cNvCxnSpPr>
            <a:cxnSpLocks/>
          </p:cNvCxnSpPr>
          <p:nvPr/>
        </p:nvCxnSpPr>
        <p:spPr>
          <a:xfrm flipV="1">
            <a:off x="4166554" y="2062922"/>
            <a:ext cx="215498" cy="784099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FCC7A98-2C4A-43BA-B7E3-930DE2A9B3A0}"/>
              </a:ext>
            </a:extLst>
          </p:cNvPr>
          <p:cNvCxnSpPr>
            <a:cxnSpLocks/>
          </p:cNvCxnSpPr>
          <p:nvPr/>
        </p:nvCxnSpPr>
        <p:spPr>
          <a:xfrm flipV="1">
            <a:off x="4186910" y="2553258"/>
            <a:ext cx="215498" cy="784099"/>
          </a:xfrm>
          <a:prstGeom prst="straightConnector1">
            <a:avLst/>
          </a:prstGeom>
          <a:ln w="381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66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Generating Mapping Table (Third Column)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E9352-EE68-4524-A374-A445A481D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747890"/>
              </p:ext>
            </p:extLst>
          </p:nvPr>
        </p:nvGraphicFramePr>
        <p:xfrm>
          <a:off x="3278040" y="1717284"/>
          <a:ext cx="1512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7F7EA32E-6F94-4157-BF62-183615661A7E}"/>
              </a:ext>
            </a:extLst>
          </p:cNvPr>
          <p:cNvSpPr txBox="1"/>
          <p:nvPr/>
        </p:nvSpPr>
        <p:spPr>
          <a:xfrm>
            <a:off x="2979809" y="1282502"/>
            <a:ext cx="2108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Group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28E42E-7858-4026-8FCB-30BF9A413A0B}"/>
              </a:ext>
            </a:extLst>
          </p:cNvPr>
          <p:cNvSpPr txBox="1"/>
          <p:nvPr/>
        </p:nvSpPr>
        <p:spPr>
          <a:xfrm>
            <a:off x="6775342" y="1280347"/>
            <a:ext cx="1844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C9B0D8F-5FDD-44F6-BEB2-13B030EA8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45549"/>
              </p:ext>
            </p:extLst>
          </p:nvPr>
        </p:nvGraphicFramePr>
        <p:xfrm>
          <a:off x="6078574" y="1717284"/>
          <a:ext cx="3240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4 3 1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4 2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</a:t>
                      </a:r>
                      <a:r>
                        <a:rPr lang="en-US" altLang="ko-KR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93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Workflow: Computation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C9B0D8F-5FDD-44F6-BEB2-13B030EA8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030120"/>
              </p:ext>
            </p:extLst>
          </p:nvPr>
        </p:nvGraphicFramePr>
        <p:xfrm>
          <a:off x="628003" y="3048296"/>
          <a:ext cx="4536000" cy="2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1396938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22667847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6429338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1057712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024031296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2364565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0 0 1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4 3 1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1750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0 0 2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0 4 2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2541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67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0 0 4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978026"/>
                  </a:ext>
                </a:extLst>
              </a:tr>
            </a:tbl>
          </a:graphicData>
        </a:graphic>
      </p:graphicFrame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42161844-BD5C-42F8-97F0-9F70F6B63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40398"/>
              </p:ext>
            </p:extLst>
          </p:nvPr>
        </p:nvGraphicFramePr>
        <p:xfrm>
          <a:off x="6051522" y="1757783"/>
          <a:ext cx="504000" cy="50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81224514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16197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5B2FB32-E5A7-4BA6-9A1A-495E5B822406}"/>
              </a:ext>
            </a:extLst>
          </p:cNvPr>
          <p:cNvCxnSpPr>
            <a:cxnSpLocks/>
          </p:cNvCxnSpPr>
          <p:nvPr/>
        </p:nvCxnSpPr>
        <p:spPr>
          <a:xfrm>
            <a:off x="2010463" y="4329412"/>
            <a:ext cx="154277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0751FB9-3BFE-4A72-BA33-676033D09F7F}"/>
              </a:ext>
            </a:extLst>
          </p:cNvPr>
          <p:cNvCxnSpPr>
            <a:cxnSpLocks/>
          </p:cNvCxnSpPr>
          <p:nvPr/>
        </p:nvCxnSpPr>
        <p:spPr>
          <a:xfrm>
            <a:off x="2010463" y="3308995"/>
            <a:ext cx="1542773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35190F-3344-4490-B999-4EEA58B5493F}"/>
              </a:ext>
            </a:extLst>
          </p:cNvPr>
          <p:cNvSpPr/>
          <p:nvPr/>
        </p:nvSpPr>
        <p:spPr>
          <a:xfrm>
            <a:off x="7332858" y="2828551"/>
            <a:ext cx="1240993" cy="2331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DEBD28B-ADB4-4B27-BEBD-7BCD1C69800F}"/>
              </a:ext>
            </a:extLst>
          </p:cNvPr>
          <p:cNvSpPr/>
          <p:nvPr/>
        </p:nvSpPr>
        <p:spPr>
          <a:xfrm>
            <a:off x="7593373" y="2924178"/>
            <a:ext cx="825119" cy="20160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D7B6E8A-AD51-47FB-A6FD-922178F211A0}"/>
              </a:ext>
            </a:extLst>
          </p:cNvPr>
          <p:cNvSpPr/>
          <p:nvPr/>
        </p:nvSpPr>
        <p:spPr>
          <a:xfrm>
            <a:off x="7534198" y="2985272"/>
            <a:ext cx="825119" cy="20160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FA2AD5-BF19-455D-ACEF-B34382F1DF7B}"/>
              </a:ext>
            </a:extLst>
          </p:cNvPr>
          <p:cNvSpPr/>
          <p:nvPr/>
        </p:nvSpPr>
        <p:spPr>
          <a:xfrm>
            <a:off x="7473819" y="3044960"/>
            <a:ext cx="825119" cy="20160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8A8EBB-BC0A-4F82-AE7B-089989027D6D}"/>
              </a:ext>
            </a:extLst>
          </p:cNvPr>
          <p:cNvSpPr txBox="1"/>
          <p:nvPr/>
        </p:nvSpPr>
        <p:spPr>
          <a:xfrm>
            <a:off x="7191063" y="2175633"/>
            <a:ext cx="152458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b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4571380-926B-4CDC-8577-9AC3613D8954}"/>
              </a:ext>
            </a:extLst>
          </p:cNvPr>
          <p:cNvCxnSpPr>
            <a:cxnSpLocks/>
          </p:cNvCxnSpPr>
          <p:nvPr/>
        </p:nvCxnSpPr>
        <p:spPr>
          <a:xfrm>
            <a:off x="8709037" y="3972682"/>
            <a:ext cx="375881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B0312F-45A0-4D2D-88B8-ADCF58EDB1CD}"/>
              </a:ext>
            </a:extLst>
          </p:cNvPr>
          <p:cNvSpPr/>
          <p:nvPr/>
        </p:nvSpPr>
        <p:spPr>
          <a:xfrm>
            <a:off x="9171630" y="2808793"/>
            <a:ext cx="2417579" cy="235108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ko-KR" altLang="en-US" sz="1199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4F911C-A3FE-4425-9BBC-DE3B7F820E48}"/>
              </a:ext>
            </a:extLst>
          </p:cNvPr>
          <p:cNvSpPr txBox="1"/>
          <p:nvPr/>
        </p:nvSpPr>
        <p:spPr>
          <a:xfrm>
            <a:off x="9317819" y="2470306"/>
            <a:ext cx="21252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9C081B5C-8541-4A4E-A0A7-F55569FA99BB}"/>
                  </a:ext>
                </a:extLst>
              </p:cNvPr>
              <p:cNvSpPr/>
              <p:nvPr/>
            </p:nvSpPr>
            <p:spPr>
              <a:xfrm>
                <a:off x="9608197" y="3005084"/>
                <a:ext cx="1848487" cy="360000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9C081B5C-8541-4A4E-A0A7-F55569FA99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97" y="3005084"/>
                <a:ext cx="1848487" cy="360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0CCC0FD-E0E1-401F-97FC-DACCE7BF7589}"/>
                  </a:ext>
                </a:extLst>
              </p:cNvPr>
              <p:cNvSpPr/>
              <p:nvPr/>
            </p:nvSpPr>
            <p:spPr>
              <a:xfrm>
                <a:off x="9608197" y="3547389"/>
                <a:ext cx="1848487" cy="360000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80CCC0FD-E0E1-401F-97FC-DACCE7BF7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97" y="3547389"/>
                <a:ext cx="1848487" cy="36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1A128BDB-47EA-4E0F-83E2-A39367D1FA83}"/>
                  </a:ext>
                </a:extLst>
              </p:cNvPr>
              <p:cNvSpPr/>
              <p:nvPr/>
            </p:nvSpPr>
            <p:spPr>
              <a:xfrm>
                <a:off x="9608197" y="4088663"/>
                <a:ext cx="1848487" cy="360000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1A128BDB-47EA-4E0F-83E2-A39367D1FA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97" y="4088663"/>
                <a:ext cx="1848487" cy="36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9F9C26D7-286B-43BD-8A3F-7D4F30D56375}"/>
                  </a:ext>
                </a:extLst>
              </p:cNvPr>
              <p:cNvSpPr/>
              <p:nvPr/>
            </p:nvSpPr>
            <p:spPr>
              <a:xfrm>
                <a:off x="9608197" y="4604327"/>
                <a:ext cx="1848487" cy="360000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9F9C26D7-286B-43BD-8A3F-7D4F30D563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8197" y="4604327"/>
                <a:ext cx="1848487" cy="36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id="{A8C9654A-13A3-491F-B324-54725E26E2B0}"/>
              </a:ext>
            </a:extLst>
          </p:cNvPr>
          <p:cNvSpPr/>
          <p:nvPr/>
        </p:nvSpPr>
        <p:spPr>
          <a:xfrm>
            <a:off x="9283652" y="3085239"/>
            <a:ext cx="216000" cy="21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AEDE8CF-DC4C-4076-9486-E2BE3385B18A}"/>
              </a:ext>
            </a:extLst>
          </p:cNvPr>
          <p:cNvSpPr/>
          <p:nvPr/>
        </p:nvSpPr>
        <p:spPr>
          <a:xfrm>
            <a:off x="9283652" y="3619389"/>
            <a:ext cx="216000" cy="21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3A19983-820D-4229-9D9B-E3FB002BB6BA}"/>
              </a:ext>
            </a:extLst>
          </p:cNvPr>
          <p:cNvSpPr/>
          <p:nvPr/>
        </p:nvSpPr>
        <p:spPr>
          <a:xfrm>
            <a:off x="9283652" y="4166835"/>
            <a:ext cx="216000" cy="21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C0DF604-31E0-483D-804B-5F64B0E474EB}"/>
              </a:ext>
            </a:extLst>
          </p:cNvPr>
          <p:cNvSpPr/>
          <p:nvPr/>
        </p:nvSpPr>
        <p:spPr>
          <a:xfrm>
            <a:off x="9283652" y="4678898"/>
            <a:ext cx="216000" cy="216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73A07EB-0EA1-43D7-8869-6B2AD836388F}"/>
              </a:ext>
            </a:extLst>
          </p:cNvPr>
          <p:cNvGrpSpPr/>
          <p:nvPr/>
        </p:nvGrpSpPr>
        <p:grpSpPr>
          <a:xfrm>
            <a:off x="6119691" y="3128995"/>
            <a:ext cx="360000" cy="360000"/>
            <a:chOff x="8301405" y="6814845"/>
            <a:chExt cx="360000" cy="3600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A93AF76-E2D8-4298-A818-428AF00E81D3}"/>
                </a:ext>
              </a:extLst>
            </p:cNvPr>
            <p:cNvSpPr/>
            <p:nvPr/>
          </p:nvSpPr>
          <p:spPr>
            <a:xfrm>
              <a:off x="8301405" y="6814845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곱하기 기호 35">
              <a:extLst>
                <a:ext uri="{FF2B5EF4-FFF2-40B4-BE49-F238E27FC236}">
                  <a16:creationId xmlns:a16="http://schemas.microsoft.com/office/drawing/2014/main" id="{22171A0B-0069-43A3-9C73-904AA644CD9A}"/>
                </a:ext>
              </a:extLst>
            </p:cNvPr>
            <p:cNvSpPr/>
            <p:nvPr/>
          </p:nvSpPr>
          <p:spPr>
            <a:xfrm>
              <a:off x="8337405" y="6856559"/>
              <a:ext cx="288000" cy="288000"/>
            </a:xfrm>
            <a:prstGeom prst="mathMultiply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5D8688E-687B-4DAD-9524-C237BDC3F942}"/>
              </a:ext>
            </a:extLst>
          </p:cNvPr>
          <p:cNvGrpSpPr/>
          <p:nvPr/>
        </p:nvGrpSpPr>
        <p:grpSpPr>
          <a:xfrm>
            <a:off x="6119691" y="3629786"/>
            <a:ext cx="360000" cy="360000"/>
            <a:chOff x="8301405" y="6814845"/>
            <a:chExt cx="360000" cy="360000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50C5F42-151B-49D9-A6CF-C91F6F9BEDCB}"/>
                </a:ext>
              </a:extLst>
            </p:cNvPr>
            <p:cNvSpPr/>
            <p:nvPr/>
          </p:nvSpPr>
          <p:spPr>
            <a:xfrm>
              <a:off x="8301405" y="6814845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곱하기 기호 39">
              <a:extLst>
                <a:ext uri="{FF2B5EF4-FFF2-40B4-BE49-F238E27FC236}">
                  <a16:creationId xmlns:a16="http://schemas.microsoft.com/office/drawing/2014/main" id="{2ED70A5E-8CEF-4016-A790-95533A67837B}"/>
                </a:ext>
              </a:extLst>
            </p:cNvPr>
            <p:cNvSpPr/>
            <p:nvPr/>
          </p:nvSpPr>
          <p:spPr>
            <a:xfrm>
              <a:off x="8337405" y="6856559"/>
              <a:ext cx="288000" cy="288000"/>
            </a:xfrm>
            <a:prstGeom prst="mathMultiply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F392E6F-7782-46DC-83BE-C1D6D3DBB2BE}"/>
              </a:ext>
            </a:extLst>
          </p:cNvPr>
          <p:cNvGrpSpPr/>
          <p:nvPr/>
        </p:nvGrpSpPr>
        <p:grpSpPr>
          <a:xfrm>
            <a:off x="6119691" y="4130577"/>
            <a:ext cx="360000" cy="360000"/>
            <a:chOff x="8301405" y="6814845"/>
            <a:chExt cx="360000" cy="360000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A55AE80-7839-44A8-B575-CF6956C62A65}"/>
                </a:ext>
              </a:extLst>
            </p:cNvPr>
            <p:cNvSpPr/>
            <p:nvPr/>
          </p:nvSpPr>
          <p:spPr>
            <a:xfrm>
              <a:off x="8301405" y="6814845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곱하기 기호 43">
              <a:extLst>
                <a:ext uri="{FF2B5EF4-FFF2-40B4-BE49-F238E27FC236}">
                  <a16:creationId xmlns:a16="http://schemas.microsoft.com/office/drawing/2014/main" id="{6F8316C7-F01D-49CF-9C90-064B981B902F}"/>
                </a:ext>
              </a:extLst>
            </p:cNvPr>
            <p:cNvSpPr/>
            <p:nvPr/>
          </p:nvSpPr>
          <p:spPr>
            <a:xfrm>
              <a:off x="8337405" y="6856559"/>
              <a:ext cx="288000" cy="288000"/>
            </a:xfrm>
            <a:prstGeom prst="mathMultiply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7685463-FBB2-4169-A535-5865F763B46D}"/>
              </a:ext>
            </a:extLst>
          </p:cNvPr>
          <p:cNvGrpSpPr/>
          <p:nvPr/>
        </p:nvGrpSpPr>
        <p:grpSpPr>
          <a:xfrm>
            <a:off x="6119691" y="4607596"/>
            <a:ext cx="360000" cy="360000"/>
            <a:chOff x="8301405" y="6814845"/>
            <a:chExt cx="360000" cy="360000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8874BFE-1BBC-4506-A9B2-7B3E4C6080EB}"/>
                </a:ext>
              </a:extLst>
            </p:cNvPr>
            <p:cNvSpPr/>
            <p:nvPr/>
          </p:nvSpPr>
          <p:spPr>
            <a:xfrm>
              <a:off x="8301405" y="6814845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곱하기 기호 46">
              <a:extLst>
                <a:ext uri="{FF2B5EF4-FFF2-40B4-BE49-F238E27FC236}">
                  <a16:creationId xmlns:a16="http://schemas.microsoft.com/office/drawing/2014/main" id="{4F24AA93-CE48-4784-8486-C2C6C0555616}"/>
                </a:ext>
              </a:extLst>
            </p:cNvPr>
            <p:cNvSpPr/>
            <p:nvPr/>
          </p:nvSpPr>
          <p:spPr>
            <a:xfrm>
              <a:off x="8337405" y="6856559"/>
              <a:ext cx="288000" cy="288000"/>
            </a:xfrm>
            <a:prstGeom prst="mathMultiply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45A67C9-F38D-46E9-9786-9A55CCDCF6E0}"/>
              </a:ext>
            </a:extLst>
          </p:cNvPr>
          <p:cNvCxnSpPr>
            <a:cxnSpLocks/>
          </p:cNvCxnSpPr>
          <p:nvPr/>
        </p:nvCxnSpPr>
        <p:spPr>
          <a:xfrm>
            <a:off x="5397744" y="3308995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74ABF37-D51B-4129-88E3-40FC76D8C293}"/>
              </a:ext>
            </a:extLst>
          </p:cNvPr>
          <p:cNvCxnSpPr>
            <a:cxnSpLocks/>
          </p:cNvCxnSpPr>
          <p:nvPr/>
        </p:nvCxnSpPr>
        <p:spPr>
          <a:xfrm>
            <a:off x="5393511" y="3809786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9849E485-ACB8-4296-8B47-8B2DD79673AA}"/>
              </a:ext>
            </a:extLst>
          </p:cNvPr>
          <p:cNvCxnSpPr>
            <a:cxnSpLocks/>
          </p:cNvCxnSpPr>
          <p:nvPr/>
        </p:nvCxnSpPr>
        <p:spPr>
          <a:xfrm>
            <a:off x="5389174" y="4283536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C8BFFFA-B1A3-4BA7-9C23-CC19FA24C0AB}"/>
              </a:ext>
            </a:extLst>
          </p:cNvPr>
          <p:cNvCxnSpPr>
            <a:cxnSpLocks/>
          </p:cNvCxnSpPr>
          <p:nvPr/>
        </p:nvCxnSpPr>
        <p:spPr>
          <a:xfrm>
            <a:off x="5384941" y="4784327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C103181-233E-44F4-B361-E177E977CCF5}"/>
              </a:ext>
            </a:extLst>
          </p:cNvPr>
          <p:cNvCxnSpPr>
            <a:cxnSpLocks/>
          </p:cNvCxnSpPr>
          <p:nvPr/>
        </p:nvCxnSpPr>
        <p:spPr>
          <a:xfrm>
            <a:off x="6622674" y="3293524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C18F8B6-0FF6-441E-B6FE-9E7A4C89F2DE}"/>
              </a:ext>
            </a:extLst>
          </p:cNvPr>
          <p:cNvCxnSpPr>
            <a:cxnSpLocks/>
          </p:cNvCxnSpPr>
          <p:nvPr/>
        </p:nvCxnSpPr>
        <p:spPr>
          <a:xfrm>
            <a:off x="6618441" y="3794315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BBA59695-C4BE-47B1-B73A-60C92A23F51D}"/>
              </a:ext>
            </a:extLst>
          </p:cNvPr>
          <p:cNvCxnSpPr>
            <a:cxnSpLocks/>
          </p:cNvCxnSpPr>
          <p:nvPr/>
        </p:nvCxnSpPr>
        <p:spPr>
          <a:xfrm>
            <a:off x="6614104" y="4268065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9815290-3C33-4B84-9080-C9223053A698}"/>
              </a:ext>
            </a:extLst>
          </p:cNvPr>
          <p:cNvCxnSpPr>
            <a:cxnSpLocks/>
          </p:cNvCxnSpPr>
          <p:nvPr/>
        </p:nvCxnSpPr>
        <p:spPr>
          <a:xfrm>
            <a:off x="6609871" y="4768856"/>
            <a:ext cx="576959" cy="0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18171F3-F49F-4A39-8B3D-8BD9CF489D2D}"/>
              </a:ext>
            </a:extLst>
          </p:cNvPr>
          <p:cNvCxnSpPr>
            <a:cxnSpLocks/>
          </p:cNvCxnSpPr>
          <p:nvPr/>
        </p:nvCxnSpPr>
        <p:spPr>
          <a:xfrm>
            <a:off x="6299691" y="2408767"/>
            <a:ext cx="0" cy="538525"/>
          </a:xfrm>
          <a:prstGeom prst="straightConnector1">
            <a:avLst/>
          </a:prstGeom>
          <a:ln w="63500">
            <a:solidFill>
              <a:schemeClr val="tx1">
                <a:lumMod val="75000"/>
                <a:lumOff val="2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251907E-99E6-4CD9-8424-444736347AA5}"/>
              </a:ext>
            </a:extLst>
          </p:cNvPr>
          <p:cNvCxnSpPr>
            <a:cxnSpLocks/>
          </p:cNvCxnSpPr>
          <p:nvPr/>
        </p:nvCxnSpPr>
        <p:spPr>
          <a:xfrm>
            <a:off x="628003" y="2828551"/>
            <a:ext cx="4536000" cy="0"/>
          </a:xfrm>
          <a:prstGeom prst="straightConnector1">
            <a:avLst/>
          </a:prstGeom>
          <a:ln w="635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AA0F657-2DCD-4970-877C-5514916940E9}"/>
              </a:ext>
            </a:extLst>
          </p:cNvPr>
          <p:cNvSpPr txBox="1"/>
          <p:nvPr/>
        </p:nvSpPr>
        <p:spPr>
          <a:xfrm>
            <a:off x="1122817" y="2470307"/>
            <a:ext cx="396113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streaming activation values and MTEs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9813C8-6C37-4ECC-90C7-045C95510C50}"/>
              </a:ext>
            </a:extLst>
          </p:cNvPr>
          <p:cNvSpPr txBox="1"/>
          <p:nvPr/>
        </p:nvSpPr>
        <p:spPr>
          <a:xfrm>
            <a:off x="4594637" y="1707105"/>
            <a:ext cx="13672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broadcasting</a:t>
            </a:r>
          </a:p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value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15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CBAED-0D17-4DB0-BD5F-21DE68A16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3239"/>
            <a:ext cx="9144000" cy="165576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Evaluation &amp; Conclusion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219191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105AF-3D3C-428C-8B2F-EDE666B3BDF4}"/>
              </a:ext>
            </a:extLst>
          </p:cNvPr>
          <p:cNvSpPr txBox="1"/>
          <p:nvPr/>
        </p:nvSpPr>
        <p:spPr>
          <a:xfrm>
            <a:off x="239752" y="618067"/>
            <a:ext cx="9148402" cy="40031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Baseline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Architecture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TPU-like</a:t>
            </a:r>
            <a:r>
              <a:rPr lang="ko-KR" altLang="en-US" b="1" dirty="0"/>
              <a:t> </a:t>
            </a:r>
            <a:r>
              <a:rPr lang="en-US" altLang="ko-KR" b="1" dirty="0"/>
              <a:t>systolic</a:t>
            </a:r>
            <a:r>
              <a:rPr lang="ko-KR" altLang="en-US" b="1" dirty="0"/>
              <a:t> </a:t>
            </a:r>
            <a:r>
              <a:rPr lang="en-US" altLang="ko-KR" b="1" dirty="0"/>
              <a:t>array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Methodology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In-house simulator based on RTL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Workload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CNN Models: ResNet18/50, </a:t>
            </a:r>
            <a:r>
              <a:rPr lang="en-US" altLang="ko-KR" b="1" dirty="0" err="1"/>
              <a:t>GoogLeNet</a:t>
            </a:r>
            <a:r>
              <a:rPr lang="en-US" altLang="ko-KR" b="1" dirty="0"/>
              <a:t>, VGG16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Dataset: ImageNet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Optimization: Deep Compression, INQ(Incremental Network Quantization)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2433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A2673627-5AC1-4B3A-8BDA-9F05FEF4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383" y="1043282"/>
            <a:ext cx="6692347" cy="203174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A4ACA0-7381-4244-B084-20187CE1F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383" y="3626253"/>
            <a:ext cx="6692345" cy="206960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69069EB-98E5-49E4-8F49-A79FB3141E46}"/>
              </a:ext>
            </a:extLst>
          </p:cNvPr>
          <p:cNvSpPr txBox="1"/>
          <p:nvPr/>
        </p:nvSpPr>
        <p:spPr>
          <a:xfrm>
            <a:off x="2641764" y="3111636"/>
            <a:ext cx="70895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speedup over the baseline architecture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F93EF4-F4EF-438F-8C09-77711F60DA00}"/>
              </a:ext>
            </a:extLst>
          </p:cNvPr>
          <p:cNvSpPr txBox="1"/>
          <p:nvPr/>
        </p:nvSpPr>
        <p:spPr>
          <a:xfrm>
            <a:off x="2641764" y="5781987"/>
            <a:ext cx="70895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normalized to the baseline architecture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1F99BB9-BF15-4C6C-A593-FE6498E125EB}"/>
              </a:ext>
            </a:extLst>
          </p:cNvPr>
          <p:cNvSpPr/>
          <p:nvPr/>
        </p:nvSpPr>
        <p:spPr>
          <a:xfrm>
            <a:off x="8278858" y="1241577"/>
            <a:ext cx="1188000" cy="1188000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DFFDAD3-B673-4255-9BE9-4A8406A498BC}"/>
              </a:ext>
            </a:extLst>
          </p:cNvPr>
          <p:cNvSpPr/>
          <p:nvPr/>
        </p:nvSpPr>
        <p:spPr>
          <a:xfrm>
            <a:off x="8265213" y="3884737"/>
            <a:ext cx="1188000" cy="1188000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26D151-2AF8-4C75-ACE6-5EDD099A18DF}"/>
              </a:ext>
            </a:extLst>
          </p:cNvPr>
          <p:cNvSpPr txBox="1"/>
          <p:nvPr/>
        </p:nvSpPr>
        <p:spPr>
          <a:xfrm>
            <a:off x="9532728" y="1443603"/>
            <a:ext cx="145179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1.7x Speedup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average</a:t>
            </a:r>
            <a:endParaRPr lang="ko-KR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0F53F-B509-46A4-8477-CCE47590CFC8}"/>
              </a:ext>
            </a:extLst>
          </p:cNvPr>
          <p:cNvSpPr txBox="1"/>
          <p:nvPr/>
        </p:nvSpPr>
        <p:spPr>
          <a:xfrm>
            <a:off x="9515118" y="4045503"/>
            <a:ext cx="188752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 less energy</a:t>
            </a:r>
          </a:p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average</a:t>
            </a:r>
            <a:endParaRPr lang="ko-KR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42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2" grpId="0" animBg="1"/>
      <p:bldP spid="9" grpId="0" animBg="1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3516A-292C-4C2F-9655-E690CF1EB845}"/>
              </a:ext>
            </a:extLst>
          </p:cNvPr>
          <p:cNvSpPr txBox="1"/>
          <p:nvPr/>
        </p:nvSpPr>
        <p:spPr>
          <a:xfrm>
            <a:off x="269684" y="625788"/>
            <a:ext cx="11656546" cy="1793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CAESAR dynamically eliminates convolution redundancy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CAESAR outperforms TPU-like architectures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1.5x~2x better performance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/>
              <a:t>50% less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81990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7" name="제목 4">
            <a:extLst>
              <a:ext uri="{FF2B5EF4-FFF2-40B4-BE49-F238E27FC236}">
                <a16:creationId xmlns:a16="http://schemas.microsoft.com/office/drawing/2014/main" id="{D2D241CF-5AF0-4E17-A365-68D41154D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7101" y="3194664"/>
            <a:ext cx="6418324" cy="468671"/>
          </a:xfrm>
        </p:spPr>
        <p:txBody>
          <a:bodyPr>
            <a:noAutofit/>
          </a:bodyPr>
          <a:lstStyle/>
          <a:p>
            <a:pPr algn="ctr"/>
            <a:r>
              <a:rPr lang="en-US" altLang="ko-KR" sz="3200" dirty="0"/>
              <a:t>Thank you !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4501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Background: Computational Intensity of 2D Convolution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9E107-031D-460D-A090-DFB56AD0C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594" y="1674793"/>
            <a:ext cx="6929337" cy="3216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BDDA5-7006-4E5A-A9DC-8CF513C740DA}"/>
              </a:ext>
            </a:extLst>
          </p:cNvPr>
          <p:cNvSpPr txBox="1"/>
          <p:nvPr/>
        </p:nvSpPr>
        <p:spPr>
          <a:xfrm>
            <a:off x="1976941" y="4975775"/>
            <a:ext cx="817864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Computational intensity of convolution layers over fully connected layer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36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FC4640-2CE6-4BA9-8DAA-C3F2DFAA0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CAESAR Architecture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B7C16C-844F-4D04-ADE8-D88F9EF5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8107" y="6559785"/>
            <a:ext cx="416312" cy="260409"/>
          </a:xfrm>
          <a:prstGeom prst="rect">
            <a:avLst/>
          </a:prstGeom>
        </p:spPr>
        <p:txBody>
          <a:bodyPr/>
          <a:lstStyle/>
          <a:p>
            <a:fld id="{6B655520-5A33-4230-ABDD-A213BEC2F74F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386C4FF-B1A5-460F-B9F8-AA7569495FBA}"/>
              </a:ext>
            </a:extLst>
          </p:cNvPr>
          <p:cNvSpPr/>
          <p:nvPr/>
        </p:nvSpPr>
        <p:spPr>
          <a:xfrm>
            <a:off x="2856464" y="1541337"/>
            <a:ext cx="3303481" cy="423527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92DD809-293C-4F87-9BAA-A34E704A7BFB}"/>
              </a:ext>
            </a:extLst>
          </p:cNvPr>
          <p:cNvSpPr/>
          <p:nvPr/>
        </p:nvSpPr>
        <p:spPr>
          <a:xfrm>
            <a:off x="3026426" y="4198000"/>
            <a:ext cx="2241133" cy="14141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AA70D2F-B4F1-48BC-B006-05393B5668E1}"/>
              </a:ext>
            </a:extLst>
          </p:cNvPr>
          <p:cNvSpPr/>
          <p:nvPr/>
        </p:nvSpPr>
        <p:spPr>
          <a:xfrm>
            <a:off x="3026426" y="2263154"/>
            <a:ext cx="1399896" cy="6060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b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BB1F8C-74CE-41CD-9CA6-BC626275A38B}"/>
              </a:ext>
            </a:extLst>
          </p:cNvPr>
          <p:cNvSpPr txBox="1"/>
          <p:nvPr/>
        </p:nvSpPr>
        <p:spPr>
          <a:xfrm>
            <a:off x="2856464" y="1224660"/>
            <a:ext cx="276911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Controller</a:t>
            </a:r>
            <a:endParaRPr lang="ko-KR" altLang="en-US" b="1" dirty="0"/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5C06BED-02B5-4539-A19F-EB9E39CDFCC9}"/>
              </a:ext>
            </a:extLst>
          </p:cNvPr>
          <p:cNvCxnSpPr>
            <a:cxnSpLocks/>
            <a:stCxn id="66" idx="3"/>
            <a:endCxn id="72" idx="1"/>
          </p:cNvCxnSpPr>
          <p:nvPr/>
        </p:nvCxnSpPr>
        <p:spPr>
          <a:xfrm>
            <a:off x="2288836" y="3572621"/>
            <a:ext cx="73830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DD8C535-2CFC-4FEB-9795-47DF818282FF}"/>
              </a:ext>
            </a:extLst>
          </p:cNvPr>
          <p:cNvSpPr/>
          <p:nvPr/>
        </p:nvSpPr>
        <p:spPr>
          <a:xfrm>
            <a:off x="2086547" y="3492073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3190E624-E1BC-4063-BE6D-68032F83DE51}"/>
              </a:ext>
            </a:extLst>
          </p:cNvPr>
          <p:cNvCxnSpPr>
            <a:cxnSpLocks/>
            <a:stCxn id="68" idx="3"/>
            <a:endCxn id="61" idx="1"/>
          </p:cNvCxnSpPr>
          <p:nvPr/>
        </p:nvCxnSpPr>
        <p:spPr>
          <a:xfrm flipV="1">
            <a:off x="2298427" y="2566186"/>
            <a:ext cx="727999" cy="308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290A05A-0A44-43BF-A925-2171731F7121}"/>
              </a:ext>
            </a:extLst>
          </p:cNvPr>
          <p:cNvSpPr/>
          <p:nvPr/>
        </p:nvSpPr>
        <p:spPr>
          <a:xfrm>
            <a:off x="2096138" y="2488724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E43E67E2-035C-43AF-B10E-829E2B2A87C4}"/>
              </a:ext>
            </a:extLst>
          </p:cNvPr>
          <p:cNvCxnSpPr>
            <a:cxnSpLocks/>
            <a:stCxn id="72" idx="2"/>
            <a:endCxn id="59" idx="0"/>
          </p:cNvCxnSpPr>
          <p:nvPr/>
        </p:nvCxnSpPr>
        <p:spPr>
          <a:xfrm>
            <a:off x="4143071" y="3903971"/>
            <a:ext cx="3922" cy="294029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5CAA542-1B8A-42C7-8F54-0EBBD8F7D0CB}"/>
              </a:ext>
            </a:extLst>
          </p:cNvPr>
          <p:cNvSpPr/>
          <p:nvPr/>
        </p:nvSpPr>
        <p:spPr>
          <a:xfrm>
            <a:off x="4224035" y="2588073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D1F7651-8530-46A9-94F1-960FAA427C74}"/>
              </a:ext>
            </a:extLst>
          </p:cNvPr>
          <p:cNvCxnSpPr>
            <a:cxnSpLocks/>
            <a:stCxn id="70" idx="3"/>
            <a:endCxn id="72" idx="3"/>
          </p:cNvCxnSpPr>
          <p:nvPr/>
        </p:nvCxnSpPr>
        <p:spPr>
          <a:xfrm>
            <a:off x="4426324" y="2668621"/>
            <a:ext cx="832674" cy="904000"/>
          </a:xfrm>
          <a:prstGeom prst="bentConnector3">
            <a:avLst>
              <a:gd name="adj1" fmla="val 127454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E1D095F-785E-4706-A30A-BBCDDEB7A7F6}"/>
              </a:ext>
            </a:extLst>
          </p:cNvPr>
          <p:cNvSpPr/>
          <p:nvPr/>
        </p:nvSpPr>
        <p:spPr>
          <a:xfrm>
            <a:off x="3027143" y="3241270"/>
            <a:ext cx="2231855" cy="6627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9BC020-1D29-439A-998A-3CC6AECCB897}"/>
              </a:ext>
            </a:extLst>
          </p:cNvPr>
          <p:cNvSpPr txBox="1"/>
          <p:nvPr/>
        </p:nvSpPr>
        <p:spPr>
          <a:xfrm>
            <a:off x="3017862" y="2949563"/>
            <a:ext cx="22937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Table Generator</a:t>
            </a:r>
            <a:endParaRPr lang="ko-KR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0C605F4-0402-434D-A223-EAEABA54DB68}"/>
              </a:ext>
            </a:extLst>
          </p:cNvPr>
          <p:cNvSpPr/>
          <p:nvPr/>
        </p:nvSpPr>
        <p:spPr>
          <a:xfrm>
            <a:off x="3121028" y="3329325"/>
            <a:ext cx="956291" cy="4731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740455C-66B7-4482-A85E-693A2A9C2DA1}"/>
              </a:ext>
            </a:extLst>
          </p:cNvPr>
          <p:cNvSpPr/>
          <p:nvPr/>
        </p:nvSpPr>
        <p:spPr>
          <a:xfrm>
            <a:off x="4185300" y="3326804"/>
            <a:ext cx="974505" cy="478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5237444-0A1B-430E-81B3-DC5A9DAA69B2}"/>
              </a:ext>
            </a:extLst>
          </p:cNvPr>
          <p:cNvCxnSpPr>
            <a:cxnSpLocks/>
            <a:stCxn id="78" idx="3"/>
            <a:endCxn id="77" idx="1"/>
          </p:cNvCxnSpPr>
          <p:nvPr/>
        </p:nvCxnSpPr>
        <p:spPr>
          <a:xfrm>
            <a:off x="5278000" y="4662328"/>
            <a:ext cx="310489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12E3A7E-8664-4DEB-B760-020EF5CB451B}"/>
              </a:ext>
            </a:extLst>
          </p:cNvPr>
          <p:cNvSpPr/>
          <p:nvPr/>
        </p:nvSpPr>
        <p:spPr>
          <a:xfrm>
            <a:off x="5588489" y="4581780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F52979A-6387-44D9-BC2E-5D042EB2B3D9}"/>
              </a:ext>
            </a:extLst>
          </p:cNvPr>
          <p:cNvSpPr/>
          <p:nvPr/>
        </p:nvSpPr>
        <p:spPr>
          <a:xfrm>
            <a:off x="5075711" y="4581780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DBFFB38-367E-4006-AD0E-880D438584F5}"/>
              </a:ext>
            </a:extLst>
          </p:cNvPr>
          <p:cNvCxnSpPr>
            <a:cxnSpLocks/>
            <a:stCxn id="81" idx="3"/>
            <a:endCxn id="80" idx="1"/>
          </p:cNvCxnSpPr>
          <p:nvPr/>
        </p:nvCxnSpPr>
        <p:spPr>
          <a:xfrm>
            <a:off x="4425608" y="2466808"/>
            <a:ext cx="1158106" cy="5831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16B27D6-6461-413E-95B1-F8DDF3BFCFDD}"/>
              </a:ext>
            </a:extLst>
          </p:cNvPr>
          <p:cNvSpPr/>
          <p:nvPr/>
        </p:nvSpPr>
        <p:spPr>
          <a:xfrm>
            <a:off x="5583714" y="2392091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35F137A-B902-460E-AD4F-23A0EB05BDE2}"/>
              </a:ext>
            </a:extLst>
          </p:cNvPr>
          <p:cNvSpPr/>
          <p:nvPr/>
        </p:nvSpPr>
        <p:spPr>
          <a:xfrm>
            <a:off x="4223319" y="2386260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FEB82B-4CD0-4B35-A72C-062A5921D4D1}"/>
              </a:ext>
            </a:extLst>
          </p:cNvPr>
          <p:cNvSpPr txBox="1"/>
          <p:nvPr/>
        </p:nvSpPr>
        <p:spPr>
          <a:xfrm>
            <a:off x="6398434" y="1970175"/>
            <a:ext cx="119528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Multipliers</a:t>
            </a:r>
            <a:endParaRPr lang="ko-KR" altLang="en-US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48D12C-8216-4D84-A0FC-D0D739D24D4D}"/>
              </a:ext>
            </a:extLst>
          </p:cNvPr>
          <p:cNvSpPr txBox="1"/>
          <p:nvPr/>
        </p:nvSpPr>
        <p:spPr>
          <a:xfrm>
            <a:off x="7593699" y="1695300"/>
            <a:ext cx="1374612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ko-KR" altLang="en-US" b="1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88ACB4D-26B2-4150-8BC0-E29D965A1DE3}"/>
              </a:ext>
            </a:extLst>
          </p:cNvPr>
          <p:cNvSpPr/>
          <p:nvPr/>
        </p:nvSpPr>
        <p:spPr>
          <a:xfrm>
            <a:off x="5076249" y="5119912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CE4344C6-FDA6-474C-B51F-1085BE3391B1}"/>
              </a:ext>
            </a:extLst>
          </p:cNvPr>
          <p:cNvCxnSpPr>
            <a:cxnSpLocks/>
            <a:stCxn id="84" idx="3"/>
            <a:endCxn id="119" idx="1"/>
          </p:cNvCxnSpPr>
          <p:nvPr/>
        </p:nvCxnSpPr>
        <p:spPr>
          <a:xfrm flipV="1">
            <a:off x="5278538" y="4080056"/>
            <a:ext cx="2405062" cy="1120404"/>
          </a:xfrm>
          <a:prstGeom prst="bentConnector3">
            <a:avLst>
              <a:gd name="adj1" fmla="val 90182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B50874E-85AE-4A60-A84B-1BBEB6FD63CE}"/>
              </a:ext>
            </a:extLst>
          </p:cNvPr>
          <p:cNvCxnSpPr>
            <a:cxnSpLocks/>
            <a:stCxn id="120" idx="2"/>
            <a:endCxn id="115" idx="1"/>
          </p:cNvCxnSpPr>
          <p:nvPr/>
        </p:nvCxnSpPr>
        <p:spPr>
          <a:xfrm>
            <a:off x="7258113" y="3292065"/>
            <a:ext cx="435243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702D9840-FCF9-41EF-AA70-079777174043}"/>
              </a:ext>
            </a:extLst>
          </p:cNvPr>
          <p:cNvCxnSpPr>
            <a:cxnSpLocks/>
            <a:stCxn id="100" idx="3"/>
            <a:endCxn id="130" idx="1"/>
          </p:cNvCxnSpPr>
          <p:nvPr/>
        </p:nvCxnSpPr>
        <p:spPr>
          <a:xfrm>
            <a:off x="6006520" y="2899852"/>
            <a:ext cx="738844" cy="1222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8C7DBFF8-C9D8-4117-8476-5C908256719C}"/>
              </a:ext>
            </a:extLst>
          </p:cNvPr>
          <p:cNvSpPr/>
          <p:nvPr/>
        </p:nvSpPr>
        <p:spPr>
          <a:xfrm>
            <a:off x="3026426" y="1643790"/>
            <a:ext cx="1399896" cy="513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Buffer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AFF2279-0F33-4DBA-A55B-CD541F83FA91}"/>
              </a:ext>
            </a:extLst>
          </p:cNvPr>
          <p:cNvCxnSpPr>
            <a:cxnSpLocks/>
            <a:stCxn id="88" idx="3"/>
            <a:endCxn id="90" idx="1"/>
          </p:cNvCxnSpPr>
          <p:nvPr/>
        </p:nvCxnSpPr>
        <p:spPr>
          <a:xfrm>
            <a:off x="4426322" y="1900552"/>
            <a:ext cx="1165509" cy="289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CA7395B-ABD3-4A5B-BB6F-F6162DF6EDC1}"/>
              </a:ext>
            </a:extLst>
          </p:cNvPr>
          <p:cNvSpPr/>
          <p:nvPr/>
        </p:nvSpPr>
        <p:spPr>
          <a:xfrm>
            <a:off x="5591831" y="1822901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03550B44-9FAF-495C-979A-EE97A71E75E5}"/>
              </a:ext>
            </a:extLst>
          </p:cNvPr>
          <p:cNvCxnSpPr>
            <a:cxnSpLocks/>
            <a:stCxn id="92" idx="3"/>
            <a:endCxn id="88" idx="1"/>
          </p:cNvCxnSpPr>
          <p:nvPr/>
        </p:nvCxnSpPr>
        <p:spPr>
          <a:xfrm flipV="1">
            <a:off x="2309579" y="1900552"/>
            <a:ext cx="716847" cy="289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50166EB-D95C-447A-959A-EF4521C4B907}"/>
              </a:ext>
            </a:extLst>
          </p:cNvPr>
          <p:cNvSpPr/>
          <p:nvPr/>
        </p:nvSpPr>
        <p:spPr>
          <a:xfrm>
            <a:off x="2107290" y="1822901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E694DA0-4D4E-4501-998A-E88E2D477259}"/>
              </a:ext>
            </a:extLst>
          </p:cNvPr>
          <p:cNvSpPr/>
          <p:nvPr/>
        </p:nvSpPr>
        <p:spPr>
          <a:xfrm>
            <a:off x="9269483" y="2281389"/>
            <a:ext cx="1022195" cy="20155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94D4CFB-6DE7-4499-84C6-7F4AE9C93964}"/>
              </a:ext>
            </a:extLst>
          </p:cNvPr>
          <p:cNvCxnSpPr>
            <a:cxnSpLocks/>
            <a:stCxn id="115" idx="3"/>
            <a:endCxn id="93" idx="1"/>
          </p:cNvCxnSpPr>
          <p:nvPr/>
        </p:nvCxnSpPr>
        <p:spPr>
          <a:xfrm flipV="1">
            <a:off x="8868654" y="3289171"/>
            <a:ext cx="400826" cy="2897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B166392-0114-440E-882C-38F4D4C65C83}"/>
              </a:ext>
            </a:extLst>
          </p:cNvPr>
          <p:cNvSpPr/>
          <p:nvPr/>
        </p:nvSpPr>
        <p:spPr>
          <a:xfrm>
            <a:off x="9394971" y="2393688"/>
            <a:ext cx="771596" cy="227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DEE149E-0CCF-412E-9E2C-DABA7B96A761}"/>
              </a:ext>
            </a:extLst>
          </p:cNvPr>
          <p:cNvSpPr/>
          <p:nvPr/>
        </p:nvSpPr>
        <p:spPr>
          <a:xfrm>
            <a:off x="9389502" y="2733639"/>
            <a:ext cx="771596" cy="227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O2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1A23A97-1D60-4502-9CB5-7132DBE74901}"/>
              </a:ext>
            </a:extLst>
          </p:cNvPr>
          <p:cNvSpPr/>
          <p:nvPr/>
        </p:nvSpPr>
        <p:spPr>
          <a:xfrm>
            <a:off x="9389502" y="3094084"/>
            <a:ext cx="771596" cy="227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O3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5B7184-D2E1-4F1E-9DF2-626E92731BE7}"/>
              </a:ext>
            </a:extLst>
          </p:cNvPr>
          <p:cNvSpPr/>
          <p:nvPr/>
        </p:nvSpPr>
        <p:spPr>
          <a:xfrm>
            <a:off x="9389502" y="3954811"/>
            <a:ext cx="771596" cy="227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9B1D27-5452-4649-842D-5E8846110A37}"/>
              </a:ext>
            </a:extLst>
          </p:cNvPr>
          <p:cNvSpPr txBox="1"/>
          <p:nvPr/>
        </p:nvSpPr>
        <p:spPr>
          <a:xfrm>
            <a:off x="9014746" y="1970657"/>
            <a:ext cx="15211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Accumulators</a:t>
            </a:r>
            <a:endParaRPr lang="ko-KR" altLang="en-US" b="1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C1CECE3-8B16-4AA2-887F-5EDF715606D8}"/>
              </a:ext>
            </a:extLst>
          </p:cNvPr>
          <p:cNvSpPr/>
          <p:nvPr/>
        </p:nvSpPr>
        <p:spPr>
          <a:xfrm>
            <a:off x="5804231" y="2819304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C027EA7-040C-452F-AB1C-3DAE1D6863D7}"/>
              </a:ext>
            </a:extLst>
          </p:cNvPr>
          <p:cNvCxnSpPr>
            <a:cxnSpLocks/>
            <a:stCxn id="103" idx="3"/>
            <a:endCxn id="131" idx="1"/>
          </p:cNvCxnSpPr>
          <p:nvPr/>
        </p:nvCxnSpPr>
        <p:spPr>
          <a:xfrm>
            <a:off x="6006520" y="3616743"/>
            <a:ext cx="738844" cy="122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B1893B5-74F8-4BEF-B428-8F68C8E0A84E}"/>
              </a:ext>
            </a:extLst>
          </p:cNvPr>
          <p:cNvGrpSpPr/>
          <p:nvPr/>
        </p:nvGrpSpPr>
        <p:grpSpPr>
          <a:xfrm>
            <a:off x="6739759" y="2284286"/>
            <a:ext cx="589212" cy="2015557"/>
            <a:chOff x="5586791" y="1071713"/>
            <a:chExt cx="589212" cy="2015557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61261A8D-D675-440B-94D5-673D688FF847}"/>
                </a:ext>
              </a:extLst>
            </p:cNvPr>
            <p:cNvSpPr/>
            <p:nvPr/>
          </p:nvSpPr>
          <p:spPr>
            <a:xfrm rot="16200000">
              <a:off x="4838189" y="1820315"/>
              <a:ext cx="2015557" cy="51835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456A248-F97F-4BC5-AB11-657FE5B1DCC4}"/>
                </a:ext>
              </a:extLst>
            </p:cNvPr>
            <p:cNvSpPr/>
            <p:nvPr/>
          </p:nvSpPr>
          <p:spPr>
            <a:xfrm>
              <a:off x="5665964" y="1129580"/>
              <a:ext cx="360000" cy="360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2" name="곱하기 기호 121">
              <a:extLst>
                <a:ext uri="{FF2B5EF4-FFF2-40B4-BE49-F238E27FC236}">
                  <a16:creationId xmlns:a16="http://schemas.microsoft.com/office/drawing/2014/main" id="{BA2C1930-2318-4562-9A61-7A782C15F32E}"/>
                </a:ext>
              </a:extLst>
            </p:cNvPr>
            <p:cNvSpPr/>
            <p:nvPr/>
          </p:nvSpPr>
          <p:spPr>
            <a:xfrm>
              <a:off x="5715055" y="1178671"/>
              <a:ext cx="261818" cy="261818"/>
            </a:xfrm>
            <a:prstGeom prst="mathMultiply">
              <a:avLst>
                <a:gd name="adj1" fmla="val 159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40E0E024-5253-48A7-A74A-59A8839E064D}"/>
                </a:ext>
              </a:extLst>
            </p:cNvPr>
            <p:cNvSpPr/>
            <p:nvPr/>
          </p:nvSpPr>
          <p:spPr>
            <a:xfrm>
              <a:off x="5668992" y="1538671"/>
              <a:ext cx="360000" cy="360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4" name="곱하기 기호 123">
              <a:extLst>
                <a:ext uri="{FF2B5EF4-FFF2-40B4-BE49-F238E27FC236}">
                  <a16:creationId xmlns:a16="http://schemas.microsoft.com/office/drawing/2014/main" id="{3E517640-FCF0-445C-AC6F-0FA3B14BB60A}"/>
                </a:ext>
              </a:extLst>
            </p:cNvPr>
            <p:cNvSpPr/>
            <p:nvPr/>
          </p:nvSpPr>
          <p:spPr>
            <a:xfrm>
              <a:off x="5718083" y="1587762"/>
              <a:ext cx="261818" cy="261818"/>
            </a:xfrm>
            <a:prstGeom prst="mathMultiply">
              <a:avLst>
                <a:gd name="adj1" fmla="val 159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6D19B15F-A0F6-473C-9BB0-2B59A1150C6C}"/>
                </a:ext>
              </a:extLst>
            </p:cNvPr>
            <p:cNvSpPr/>
            <p:nvPr/>
          </p:nvSpPr>
          <p:spPr>
            <a:xfrm>
              <a:off x="5668992" y="1947762"/>
              <a:ext cx="360000" cy="360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6" name="곱하기 기호 125">
              <a:extLst>
                <a:ext uri="{FF2B5EF4-FFF2-40B4-BE49-F238E27FC236}">
                  <a16:creationId xmlns:a16="http://schemas.microsoft.com/office/drawing/2014/main" id="{52E13A47-1427-4336-8025-76C15B1E9015}"/>
                </a:ext>
              </a:extLst>
            </p:cNvPr>
            <p:cNvSpPr/>
            <p:nvPr/>
          </p:nvSpPr>
          <p:spPr>
            <a:xfrm>
              <a:off x="5718083" y="1996853"/>
              <a:ext cx="261818" cy="261818"/>
            </a:xfrm>
            <a:prstGeom prst="mathMultiply">
              <a:avLst>
                <a:gd name="adj1" fmla="val 159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7070F64B-8FF4-47F4-B089-7DDD25E0A0E6}"/>
                </a:ext>
              </a:extLst>
            </p:cNvPr>
            <p:cNvSpPr/>
            <p:nvPr/>
          </p:nvSpPr>
          <p:spPr>
            <a:xfrm>
              <a:off x="5669260" y="2674518"/>
              <a:ext cx="360000" cy="360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8" name="곱하기 기호 127">
              <a:extLst>
                <a:ext uri="{FF2B5EF4-FFF2-40B4-BE49-F238E27FC236}">
                  <a16:creationId xmlns:a16="http://schemas.microsoft.com/office/drawing/2014/main" id="{5A6CAD3E-4AB1-4DB5-A5AD-6882A4E40BB8}"/>
                </a:ext>
              </a:extLst>
            </p:cNvPr>
            <p:cNvSpPr/>
            <p:nvPr/>
          </p:nvSpPr>
          <p:spPr>
            <a:xfrm>
              <a:off x="5718351" y="2723609"/>
              <a:ext cx="261818" cy="261818"/>
            </a:xfrm>
            <a:prstGeom prst="mathMultiply">
              <a:avLst>
                <a:gd name="adj1" fmla="val 1598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1313152-23A4-4E5E-B55A-FB915043DF6E}"/>
                </a:ext>
              </a:extLst>
            </p:cNvPr>
            <p:cNvSpPr txBox="1"/>
            <p:nvPr/>
          </p:nvSpPr>
          <p:spPr>
            <a:xfrm rot="5400000">
              <a:off x="5717384" y="2269769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…</a:t>
              </a:r>
              <a:endParaRPr lang="ko-KR" altLang="en-US" sz="2400" b="1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5556A37-D9E6-49B4-9114-F9A7B66E832E}"/>
                </a:ext>
              </a:extLst>
            </p:cNvPr>
            <p:cNvSpPr/>
            <p:nvPr/>
          </p:nvSpPr>
          <p:spPr>
            <a:xfrm>
              <a:off x="5592396" y="1607953"/>
              <a:ext cx="202289" cy="161096"/>
            </a:xfrm>
            <a:prstGeom prst="rect">
              <a:avLst/>
            </a:prstGeom>
            <a:solidFill>
              <a:schemeClr val="bg2">
                <a:lumMod val="50000"/>
                <a:alpha val="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6C9EB83-991F-4DAF-8C43-C7F666022DD3}"/>
                </a:ext>
              </a:extLst>
            </p:cNvPr>
            <p:cNvSpPr/>
            <p:nvPr/>
          </p:nvSpPr>
          <p:spPr>
            <a:xfrm>
              <a:off x="5592396" y="2324844"/>
              <a:ext cx="202289" cy="161096"/>
            </a:xfrm>
            <a:prstGeom prst="rect">
              <a:avLst/>
            </a:prstGeom>
            <a:solidFill>
              <a:schemeClr val="bg2">
                <a:lumMod val="50000"/>
                <a:alpha val="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9B6806F-5774-4F6E-A78D-A84482B9D898}"/>
              </a:ext>
            </a:extLst>
          </p:cNvPr>
          <p:cNvSpPr/>
          <p:nvPr/>
        </p:nvSpPr>
        <p:spPr>
          <a:xfrm>
            <a:off x="5804231" y="3536195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B42789EA-6481-4E64-AAAC-E4B811FDCB4E}"/>
              </a:ext>
            </a:extLst>
          </p:cNvPr>
          <p:cNvCxnSpPr>
            <a:cxnSpLocks/>
          </p:cNvCxnSpPr>
          <p:nvPr/>
        </p:nvCxnSpPr>
        <p:spPr>
          <a:xfrm>
            <a:off x="7913979" y="4797729"/>
            <a:ext cx="540000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8B61D61-101F-41A5-BA83-0833F8F1C6D1}"/>
              </a:ext>
            </a:extLst>
          </p:cNvPr>
          <p:cNvCxnSpPr>
            <a:cxnSpLocks/>
          </p:cNvCxnSpPr>
          <p:nvPr/>
        </p:nvCxnSpPr>
        <p:spPr>
          <a:xfrm>
            <a:off x="7913979" y="5073861"/>
            <a:ext cx="540000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1A107CCA-1A6C-424E-9F57-B7464BD4C023}"/>
              </a:ext>
            </a:extLst>
          </p:cNvPr>
          <p:cNvCxnSpPr>
            <a:cxnSpLocks/>
          </p:cNvCxnSpPr>
          <p:nvPr/>
        </p:nvCxnSpPr>
        <p:spPr>
          <a:xfrm>
            <a:off x="7913979" y="5355176"/>
            <a:ext cx="54000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8B714EF-C908-4E46-AB66-C95CD0A2B4AE}"/>
              </a:ext>
            </a:extLst>
          </p:cNvPr>
          <p:cNvCxnSpPr>
            <a:cxnSpLocks/>
          </p:cNvCxnSpPr>
          <p:nvPr/>
        </p:nvCxnSpPr>
        <p:spPr>
          <a:xfrm>
            <a:off x="7913979" y="5640576"/>
            <a:ext cx="540000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5B125ED4-3C08-4766-BFB4-B8C1DE067C5C}"/>
              </a:ext>
            </a:extLst>
          </p:cNvPr>
          <p:cNvSpPr txBox="1"/>
          <p:nvPr/>
        </p:nvSpPr>
        <p:spPr>
          <a:xfrm rot="16200000">
            <a:off x="9473980" y="3449273"/>
            <a:ext cx="45017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2400" b="1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6E63C00-EE82-42FD-A623-E7EC836A1717}"/>
              </a:ext>
            </a:extLst>
          </p:cNvPr>
          <p:cNvSpPr txBox="1"/>
          <p:nvPr/>
        </p:nvSpPr>
        <p:spPr>
          <a:xfrm>
            <a:off x="8555829" y="4647932"/>
            <a:ext cx="158889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CD17E1C-73FC-41F1-8CB6-AB7F2C84551D}"/>
              </a:ext>
            </a:extLst>
          </p:cNvPr>
          <p:cNvSpPr txBox="1"/>
          <p:nvPr/>
        </p:nvSpPr>
        <p:spPr>
          <a:xfrm>
            <a:off x="8555829" y="4929220"/>
            <a:ext cx="202201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activation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ko-KR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B29339D-5A33-454F-BD90-A7B3DDC49536}"/>
              </a:ext>
            </a:extLst>
          </p:cNvPr>
          <p:cNvSpPr txBox="1"/>
          <p:nvPr/>
        </p:nvSpPr>
        <p:spPr>
          <a:xfrm>
            <a:off x="8555829" y="5210535"/>
            <a:ext cx="220150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remapping information</a:t>
            </a:r>
            <a:endParaRPr lang="ko-KR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E5F349A-0881-45F7-95D9-EDFB3A7B103D}"/>
              </a:ext>
            </a:extLst>
          </p:cNvPr>
          <p:cNvSpPr txBox="1"/>
          <p:nvPr/>
        </p:nvSpPr>
        <p:spPr>
          <a:xfrm>
            <a:off x="8555829" y="5491823"/>
            <a:ext cx="158889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output</a:t>
            </a:r>
            <a:endParaRPr lang="ko-KR" altLang="en-US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3922135-FC1E-4E4B-86C4-3009C6708D7B}"/>
              </a:ext>
            </a:extLst>
          </p:cNvPr>
          <p:cNvSpPr/>
          <p:nvPr/>
        </p:nvSpPr>
        <p:spPr>
          <a:xfrm>
            <a:off x="1474855" y="1541337"/>
            <a:ext cx="826054" cy="4235278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On-chip</a:t>
            </a: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8EE9C734-7F85-43E2-A7B7-866803D7D218}"/>
              </a:ext>
            </a:extLst>
          </p:cNvPr>
          <p:cNvSpPr/>
          <p:nvPr/>
        </p:nvSpPr>
        <p:spPr>
          <a:xfrm rot="16200000">
            <a:off x="4182846" y="3091966"/>
            <a:ext cx="3234757" cy="399446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 Selector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B70F5CA7-9BAA-4725-B321-C71F9EF52E89}"/>
              </a:ext>
            </a:extLst>
          </p:cNvPr>
          <p:cNvSpPr/>
          <p:nvPr/>
        </p:nvSpPr>
        <p:spPr>
          <a:xfrm>
            <a:off x="7693356" y="2284286"/>
            <a:ext cx="1175298" cy="201555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2B434871-ED95-40F6-91EA-235AC38D13DA}"/>
              </a:ext>
            </a:extLst>
          </p:cNvPr>
          <p:cNvSpPr/>
          <p:nvPr/>
        </p:nvSpPr>
        <p:spPr>
          <a:xfrm>
            <a:off x="8046605" y="2407109"/>
            <a:ext cx="676051" cy="152939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542FED99-37B6-4A37-A6F9-DDDF233FC51A}"/>
              </a:ext>
            </a:extLst>
          </p:cNvPr>
          <p:cNvSpPr/>
          <p:nvPr/>
        </p:nvSpPr>
        <p:spPr>
          <a:xfrm>
            <a:off x="7951579" y="2536656"/>
            <a:ext cx="676051" cy="152939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036CAFB2-C3EB-4237-96AB-C819FBBBFE32}"/>
              </a:ext>
            </a:extLst>
          </p:cNvPr>
          <p:cNvSpPr/>
          <p:nvPr/>
        </p:nvSpPr>
        <p:spPr>
          <a:xfrm>
            <a:off x="7856554" y="2653062"/>
            <a:ext cx="676051" cy="152939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Xbar</a:t>
            </a:r>
            <a:endParaRPr lang="en-US" altLang="ko-K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848D0E1D-9EC9-45FF-9FAE-D67FADBADCF8}"/>
              </a:ext>
            </a:extLst>
          </p:cNvPr>
          <p:cNvSpPr/>
          <p:nvPr/>
        </p:nvSpPr>
        <p:spPr>
          <a:xfrm>
            <a:off x="7683600" y="3999508"/>
            <a:ext cx="202289" cy="161096"/>
          </a:xfrm>
          <a:prstGeom prst="rect">
            <a:avLst/>
          </a:prstGeom>
          <a:solidFill>
            <a:schemeClr val="bg2">
              <a:lumMod val="50000"/>
              <a:alpha val="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3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F6870F5E93BC1468AA080BB55923333" ma:contentTypeVersion="18" ma:contentTypeDescription="새 문서를 만듭니다." ma:contentTypeScope="" ma:versionID="c538e2512606784c4b9a27c2c9041913">
  <xsd:schema xmlns:xsd="http://www.w3.org/2001/XMLSchema" xmlns:xs="http://www.w3.org/2001/XMLSchema" xmlns:p="http://schemas.microsoft.com/office/2006/metadata/properties" xmlns:ns2="3c96cb94-7bc3-41c6-b31a-f10544290a4a" xmlns:ns3="7e15a1a3-9707-43e7-9997-5a02e113e2ba" targetNamespace="http://schemas.microsoft.com/office/2006/metadata/properties" ma:root="true" ma:fieldsID="0395fc8a7c825a3af3687b84be04dab7" ns2:_="" ns3:_="">
    <xsd:import namespace="3c96cb94-7bc3-41c6-b31a-f10544290a4a"/>
    <xsd:import namespace="7e15a1a3-9707-43e7-9997-5a02e113e2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cb94-7bc3-41c6-b31a-f10544290a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이미지 태그" ma:readOnly="false" ma:fieldId="{5cf76f15-5ced-4ddc-b409-7134ff3c332f}" ma:taxonomyMulti="true" ma:sspId="13f7c4bd-ffc2-489d-bd41-78771032fe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15a1a3-9707-43e7-9997-5a02e113e2b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f842c2d8-cd9d-4afd-a254-00003754f672}" ma:internalName="TaxCatchAll" ma:showField="CatchAllData" ma:web="7e15a1a3-9707-43e7-9997-5a02e113e2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15a1a3-9707-43e7-9997-5a02e113e2ba" xsi:nil="true"/>
    <lcf76f155ced4ddcb4097134ff3c332f xmlns="3c96cb94-7bc3-41c6-b31a-f10544290a4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97CC43F-41FF-47A1-BBFF-61F0FA3068E0}"/>
</file>

<file path=customXml/itemProps2.xml><?xml version="1.0" encoding="utf-8"?>
<ds:datastoreItem xmlns:ds="http://schemas.openxmlformats.org/officeDocument/2006/customXml" ds:itemID="{FBF70499-FE57-458E-B9FE-7AA6660DC1C7}"/>
</file>

<file path=customXml/itemProps3.xml><?xml version="1.0" encoding="utf-8"?>
<ds:datastoreItem xmlns:ds="http://schemas.openxmlformats.org/officeDocument/2006/customXml" ds:itemID="{68D53614-DA66-45A3-AE7F-7BCB0AB3BD85}"/>
</file>

<file path=docProps/app.xml><?xml version="1.0" encoding="utf-8"?>
<Properties xmlns="http://schemas.openxmlformats.org/officeDocument/2006/extended-properties" xmlns:vt="http://schemas.openxmlformats.org/officeDocument/2006/docPropsVTypes">
  <TotalTime>2359</TotalTime>
  <Words>1352</Words>
  <Application>Microsoft Office PowerPoint</Application>
  <PresentationFormat>와이드스크린</PresentationFormat>
  <Paragraphs>698</Paragraphs>
  <Slides>28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CAESAR: A CNN Accelerator Exploiting Sparsity and Redundancy Pattern</vt:lpstr>
      <vt:lpstr>Content</vt:lpstr>
      <vt:lpstr>Background</vt:lpstr>
      <vt:lpstr>Model Optimization</vt:lpstr>
      <vt:lpstr>Convolution Redundancy</vt:lpstr>
      <vt:lpstr>Convolution Lowering</vt:lpstr>
      <vt:lpstr>Convolution Redundancy Pattern</vt:lpstr>
      <vt:lpstr>Convolution Redundancy Pattern</vt:lpstr>
      <vt:lpstr>Convolution Redundancy Pattern</vt:lpstr>
      <vt:lpstr>Convolution Redundancy Pattern</vt:lpstr>
      <vt:lpstr>Convolution Redundancy Pattern</vt:lpstr>
      <vt:lpstr>CAESAR CNN  Accelerator Architecture</vt:lpstr>
      <vt:lpstr>CAESAR Workflow: Weight Ordering</vt:lpstr>
      <vt:lpstr>CAESAR Workflow: Calculating Distance Parameter</vt:lpstr>
      <vt:lpstr>CAESAR Workflow: Generating Mapping Table (Initializing)</vt:lpstr>
      <vt:lpstr>CAESAR Workflow: Generating Mapping Table (First Column)</vt:lpstr>
      <vt:lpstr>CAESAR Workflow: Generating Mapping Table (Second Column)</vt:lpstr>
      <vt:lpstr>CAESAR Workflow: Generating Mapping Table (Second Column)</vt:lpstr>
      <vt:lpstr>CAESAR Workflow: Generating Mapping Table (Second Column)</vt:lpstr>
      <vt:lpstr>CAESAR Workflow: Generating Mapping Table (Third Column)</vt:lpstr>
      <vt:lpstr>CAESAR Workflow: Computation</vt:lpstr>
      <vt:lpstr>Evaluation &amp; Conclusion</vt:lpstr>
      <vt:lpstr>Evaluation</vt:lpstr>
      <vt:lpstr>Evaluation</vt:lpstr>
      <vt:lpstr>Conclusion</vt:lpstr>
      <vt:lpstr>Thank you !</vt:lpstr>
      <vt:lpstr>Background: Computational Intensity of 2D Convolution</vt:lpstr>
      <vt:lpstr>CAESAR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이용호</dc:creator>
  <cp:lastModifiedBy>성욱</cp:lastModifiedBy>
  <cp:revision>492</cp:revision>
  <dcterms:created xsi:type="dcterms:W3CDTF">2021-10-26T04:34:09Z</dcterms:created>
  <dcterms:modified xsi:type="dcterms:W3CDTF">2023-06-26T02:21:52Z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0x010100AF6870F5E93BC1468AA080BB55923333</vt:lpwstr>
  </property>
</Properties>
</file>